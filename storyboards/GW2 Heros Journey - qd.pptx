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3" r:id="rId4"/>
    <p:sldId id="264" r:id="rId5"/>
    <p:sldId id="266" r:id="rId6"/>
    <p:sldId id="265" r:id="rId7"/>
    <p:sldId id="267" r:id="rId8"/>
    <p:sldId id="269" r:id="rId9"/>
    <p:sldId id="270" r:id="rId10"/>
    <p:sldId id="271" r:id="rId11"/>
    <p:sldId id="268" r:id="rId12"/>
    <p:sldId id="272" r:id="rId13"/>
    <p:sldId id="273" r:id="rId14"/>
    <p:sldId id="274" r:id="rId15"/>
    <p:sldId id="261" r:id="rId16"/>
    <p:sldId id="258" r:id="rId17"/>
    <p:sldId id="257" r:id="rId18"/>
    <p:sldId id="259" r:id="rId19"/>
    <p:sldId id="26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9DEBB"/>
    <a:srgbClr val="FFFF66"/>
    <a:srgbClr val="FF9933"/>
    <a:srgbClr val="52525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4" d="100"/>
          <a:sy n="104" d="100"/>
        </p:scale>
        <p:origin x="14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40F14-38DF-D9CE-D3BF-A80392BD9D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E79EAAA-59B6-257B-DDF9-4CA551C7DD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96A5A9F-8A63-7336-8EC2-A141ED039A38}"/>
              </a:ext>
            </a:extLst>
          </p:cNvPr>
          <p:cNvSpPr>
            <a:spLocks noGrp="1"/>
          </p:cNvSpPr>
          <p:nvPr>
            <p:ph type="dt" sz="half" idx="10"/>
          </p:nvPr>
        </p:nvSpPr>
        <p:spPr/>
        <p:txBody>
          <a:bodyPr/>
          <a:lstStyle/>
          <a:p>
            <a:fld id="{E908CF19-BBB9-45F0-B426-1C49897CD9DC}" type="datetimeFigureOut">
              <a:rPr lang="en-US" smtClean="0"/>
              <a:t>8/15/2025</a:t>
            </a:fld>
            <a:endParaRPr lang="en-US" dirty="0"/>
          </a:p>
        </p:txBody>
      </p:sp>
      <p:sp>
        <p:nvSpPr>
          <p:cNvPr id="5" name="Footer Placeholder 4">
            <a:extLst>
              <a:ext uri="{FF2B5EF4-FFF2-40B4-BE49-F238E27FC236}">
                <a16:creationId xmlns:a16="http://schemas.microsoft.com/office/drawing/2014/main" id="{DCCB97E3-DC20-79A7-A86D-6A650203962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CF487E-A975-BF85-BEEC-116736C9C5F3}"/>
              </a:ext>
            </a:extLst>
          </p:cNvPr>
          <p:cNvSpPr>
            <a:spLocks noGrp="1"/>
          </p:cNvSpPr>
          <p:nvPr>
            <p:ph type="sldNum" sz="quarter" idx="12"/>
          </p:nvPr>
        </p:nvSpPr>
        <p:spPr/>
        <p:txBody>
          <a:bodyPr/>
          <a:lstStyle/>
          <a:p>
            <a:fld id="{F734D5A4-6DB2-48D5-8213-94E4E4EAA0C5}" type="slidenum">
              <a:rPr lang="en-US" smtClean="0"/>
              <a:t>‹#›</a:t>
            </a:fld>
            <a:endParaRPr lang="en-US" dirty="0"/>
          </a:p>
        </p:txBody>
      </p:sp>
    </p:spTree>
    <p:extLst>
      <p:ext uri="{BB962C8B-B14F-4D97-AF65-F5344CB8AC3E}">
        <p14:creationId xmlns:p14="http://schemas.microsoft.com/office/powerpoint/2010/main" val="851619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8211E-045E-B6F6-9395-41E98C8525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A62A0B4-1022-4B68-EF51-4AA44BAC7C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8FDA35-C4F2-FF59-8FC3-A46B6285617F}"/>
              </a:ext>
            </a:extLst>
          </p:cNvPr>
          <p:cNvSpPr>
            <a:spLocks noGrp="1"/>
          </p:cNvSpPr>
          <p:nvPr>
            <p:ph type="dt" sz="half" idx="10"/>
          </p:nvPr>
        </p:nvSpPr>
        <p:spPr/>
        <p:txBody>
          <a:bodyPr/>
          <a:lstStyle/>
          <a:p>
            <a:fld id="{E908CF19-BBB9-45F0-B426-1C49897CD9DC}" type="datetimeFigureOut">
              <a:rPr lang="en-US" smtClean="0"/>
              <a:t>8/15/2025</a:t>
            </a:fld>
            <a:endParaRPr lang="en-US" dirty="0"/>
          </a:p>
        </p:txBody>
      </p:sp>
      <p:sp>
        <p:nvSpPr>
          <p:cNvPr id="5" name="Footer Placeholder 4">
            <a:extLst>
              <a:ext uri="{FF2B5EF4-FFF2-40B4-BE49-F238E27FC236}">
                <a16:creationId xmlns:a16="http://schemas.microsoft.com/office/drawing/2014/main" id="{F52ADF70-798D-85A7-EE83-5A1F8735B8C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F076941-B0FC-9760-8A99-BFB9C0C18765}"/>
              </a:ext>
            </a:extLst>
          </p:cNvPr>
          <p:cNvSpPr>
            <a:spLocks noGrp="1"/>
          </p:cNvSpPr>
          <p:nvPr>
            <p:ph type="sldNum" sz="quarter" idx="12"/>
          </p:nvPr>
        </p:nvSpPr>
        <p:spPr/>
        <p:txBody>
          <a:bodyPr/>
          <a:lstStyle/>
          <a:p>
            <a:fld id="{F734D5A4-6DB2-48D5-8213-94E4E4EAA0C5}" type="slidenum">
              <a:rPr lang="en-US" smtClean="0"/>
              <a:t>‹#›</a:t>
            </a:fld>
            <a:endParaRPr lang="en-US" dirty="0"/>
          </a:p>
        </p:txBody>
      </p:sp>
    </p:spTree>
    <p:extLst>
      <p:ext uri="{BB962C8B-B14F-4D97-AF65-F5344CB8AC3E}">
        <p14:creationId xmlns:p14="http://schemas.microsoft.com/office/powerpoint/2010/main" val="6581746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5C531-8142-B1C8-EC4D-E037282BD1A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7F732AC-CA18-483B-A0F2-E8361453F47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D1606F-82B6-679E-B88D-5DC55B2782FC}"/>
              </a:ext>
            </a:extLst>
          </p:cNvPr>
          <p:cNvSpPr>
            <a:spLocks noGrp="1"/>
          </p:cNvSpPr>
          <p:nvPr>
            <p:ph type="dt" sz="half" idx="10"/>
          </p:nvPr>
        </p:nvSpPr>
        <p:spPr/>
        <p:txBody>
          <a:bodyPr/>
          <a:lstStyle/>
          <a:p>
            <a:fld id="{E908CF19-BBB9-45F0-B426-1C49897CD9DC}" type="datetimeFigureOut">
              <a:rPr lang="en-US" smtClean="0"/>
              <a:t>8/15/2025</a:t>
            </a:fld>
            <a:endParaRPr lang="en-US" dirty="0"/>
          </a:p>
        </p:txBody>
      </p:sp>
      <p:sp>
        <p:nvSpPr>
          <p:cNvPr id="5" name="Footer Placeholder 4">
            <a:extLst>
              <a:ext uri="{FF2B5EF4-FFF2-40B4-BE49-F238E27FC236}">
                <a16:creationId xmlns:a16="http://schemas.microsoft.com/office/drawing/2014/main" id="{F5AEE8C9-9646-F696-EE9D-B5AA1DEA723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5E795FB-3F08-D2E0-5199-81248F48F61B}"/>
              </a:ext>
            </a:extLst>
          </p:cNvPr>
          <p:cNvSpPr>
            <a:spLocks noGrp="1"/>
          </p:cNvSpPr>
          <p:nvPr>
            <p:ph type="sldNum" sz="quarter" idx="12"/>
          </p:nvPr>
        </p:nvSpPr>
        <p:spPr/>
        <p:txBody>
          <a:bodyPr/>
          <a:lstStyle/>
          <a:p>
            <a:fld id="{F734D5A4-6DB2-48D5-8213-94E4E4EAA0C5}" type="slidenum">
              <a:rPr lang="en-US" smtClean="0"/>
              <a:t>‹#›</a:t>
            </a:fld>
            <a:endParaRPr lang="en-US" dirty="0"/>
          </a:p>
        </p:txBody>
      </p:sp>
    </p:spTree>
    <p:extLst>
      <p:ext uri="{BB962C8B-B14F-4D97-AF65-F5344CB8AC3E}">
        <p14:creationId xmlns:p14="http://schemas.microsoft.com/office/powerpoint/2010/main" val="1206989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A82E8-689A-6E44-2E82-0C7D2A97C4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6A675E-851D-EB15-E0A5-1DAE5FD344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F108835-B1DD-A4ED-EEC0-6B85BF8146C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3C6BD7F-C397-1CF1-B932-1B1DD2011649}"/>
              </a:ext>
            </a:extLst>
          </p:cNvPr>
          <p:cNvSpPr>
            <a:spLocks noGrp="1"/>
          </p:cNvSpPr>
          <p:nvPr>
            <p:ph type="dt" sz="half" idx="10"/>
          </p:nvPr>
        </p:nvSpPr>
        <p:spPr/>
        <p:txBody>
          <a:bodyPr/>
          <a:lstStyle/>
          <a:p>
            <a:fld id="{E908CF19-BBB9-45F0-B426-1C49897CD9DC}" type="datetimeFigureOut">
              <a:rPr lang="en-US" smtClean="0"/>
              <a:t>8/15/2025</a:t>
            </a:fld>
            <a:endParaRPr lang="en-US" dirty="0"/>
          </a:p>
        </p:txBody>
      </p:sp>
      <p:sp>
        <p:nvSpPr>
          <p:cNvPr id="6" name="Footer Placeholder 5">
            <a:extLst>
              <a:ext uri="{FF2B5EF4-FFF2-40B4-BE49-F238E27FC236}">
                <a16:creationId xmlns:a16="http://schemas.microsoft.com/office/drawing/2014/main" id="{BB782120-3899-CF59-B63D-E6BE853F4E5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D2D1E5-2495-F39E-9A1D-58DB382003C7}"/>
              </a:ext>
            </a:extLst>
          </p:cNvPr>
          <p:cNvSpPr>
            <a:spLocks noGrp="1"/>
          </p:cNvSpPr>
          <p:nvPr>
            <p:ph type="sldNum" sz="quarter" idx="12"/>
          </p:nvPr>
        </p:nvSpPr>
        <p:spPr/>
        <p:txBody>
          <a:bodyPr/>
          <a:lstStyle/>
          <a:p>
            <a:fld id="{F734D5A4-6DB2-48D5-8213-94E4E4EAA0C5}" type="slidenum">
              <a:rPr lang="en-US" smtClean="0"/>
              <a:t>‹#›</a:t>
            </a:fld>
            <a:endParaRPr lang="en-US" dirty="0"/>
          </a:p>
        </p:txBody>
      </p:sp>
    </p:spTree>
    <p:extLst>
      <p:ext uri="{BB962C8B-B14F-4D97-AF65-F5344CB8AC3E}">
        <p14:creationId xmlns:p14="http://schemas.microsoft.com/office/powerpoint/2010/main" val="4161725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CD6F7-692F-36DE-826B-F4F9D26BEC0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307D5AC-41F4-9275-0479-E6570004E9C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B95049-CE03-C222-7D5F-3F19966A56D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FC2B632-77DA-4C45-CE56-46DA1DCFFF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8B0892-2E27-C05C-A995-C3F0E9DD67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8C5ADF3-2A5E-0083-0E65-426D2CAFB963}"/>
              </a:ext>
            </a:extLst>
          </p:cNvPr>
          <p:cNvSpPr>
            <a:spLocks noGrp="1"/>
          </p:cNvSpPr>
          <p:nvPr>
            <p:ph type="dt" sz="half" idx="10"/>
          </p:nvPr>
        </p:nvSpPr>
        <p:spPr/>
        <p:txBody>
          <a:bodyPr/>
          <a:lstStyle/>
          <a:p>
            <a:fld id="{E908CF19-BBB9-45F0-B426-1C49897CD9DC}" type="datetimeFigureOut">
              <a:rPr lang="en-US" smtClean="0"/>
              <a:t>8/15/2025</a:t>
            </a:fld>
            <a:endParaRPr lang="en-US" dirty="0"/>
          </a:p>
        </p:txBody>
      </p:sp>
      <p:sp>
        <p:nvSpPr>
          <p:cNvPr id="8" name="Footer Placeholder 7">
            <a:extLst>
              <a:ext uri="{FF2B5EF4-FFF2-40B4-BE49-F238E27FC236}">
                <a16:creationId xmlns:a16="http://schemas.microsoft.com/office/drawing/2014/main" id="{C7BEE8F7-641D-C2FC-70F6-56843DC13F6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22F06922-A6D5-57FA-9198-9EE5E2BDB6CA}"/>
              </a:ext>
            </a:extLst>
          </p:cNvPr>
          <p:cNvSpPr>
            <a:spLocks noGrp="1"/>
          </p:cNvSpPr>
          <p:nvPr>
            <p:ph type="sldNum" sz="quarter" idx="12"/>
          </p:nvPr>
        </p:nvSpPr>
        <p:spPr/>
        <p:txBody>
          <a:bodyPr/>
          <a:lstStyle/>
          <a:p>
            <a:fld id="{F734D5A4-6DB2-48D5-8213-94E4E4EAA0C5}" type="slidenum">
              <a:rPr lang="en-US" smtClean="0"/>
              <a:t>‹#›</a:t>
            </a:fld>
            <a:endParaRPr lang="en-US" dirty="0"/>
          </a:p>
        </p:txBody>
      </p:sp>
    </p:spTree>
    <p:extLst>
      <p:ext uri="{BB962C8B-B14F-4D97-AF65-F5344CB8AC3E}">
        <p14:creationId xmlns:p14="http://schemas.microsoft.com/office/powerpoint/2010/main" val="26074111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7C5CC-8818-06F0-155E-0C82A792887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62C1CAC-4B28-58F4-2DC6-15B6707AC75F}"/>
              </a:ext>
            </a:extLst>
          </p:cNvPr>
          <p:cNvSpPr>
            <a:spLocks noGrp="1"/>
          </p:cNvSpPr>
          <p:nvPr>
            <p:ph type="dt" sz="half" idx="10"/>
          </p:nvPr>
        </p:nvSpPr>
        <p:spPr/>
        <p:txBody>
          <a:bodyPr/>
          <a:lstStyle/>
          <a:p>
            <a:fld id="{E908CF19-BBB9-45F0-B426-1C49897CD9DC}" type="datetimeFigureOut">
              <a:rPr lang="en-US" smtClean="0"/>
              <a:t>8/15/2025</a:t>
            </a:fld>
            <a:endParaRPr lang="en-US" dirty="0"/>
          </a:p>
        </p:txBody>
      </p:sp>
      <p:sp>
        <p:nvSpPr>
          <p:cNvPr id="4" name="Footer Placeholder 3">
            <a:extLst>
              <a:ext uri="{FF2B5EF4-FFF2-40B4-BE49-F238E27FC236}">
                <a16:creationId xmlns:a16="http://schemas.microsoft.com/office/drawing/2014/main" id="{E0385361-2B5B-A09D-3E46-0423AEE34A6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84DBA224-D006-BB41-E602-C5CCE495974C}"/>
              </a:ext>
            </a:extLst>
          </p:cNvPr>
          <p:cNvSpPr>
            <a:spLocks noGrp="1"/>
          </p:cNvSpPr>
          <p:nvPr>
            <p:ph type="sldNum" sz="quarter" idx="12"/>
          </p:nvPr>
        </p:nvSpPr>
        <p:spPr/>
        <p:txBody>
          <a:bodyPr/>
          <a:lstStyle/>
          <a:p>
            <a:fld id="{F734D5A4-6DB2-48D5-8213-94E4E4EAA0C5}" type="slidenum">
              <a:rPr lang="en-US" smtClean="0"/>
              <a:t>‹#›</a:t>
            </a:fld>
            <a:endParaRPr lang="en-US" dirty="0"/>
          </a:p>
        </p:txBody>
      </p:sp>
    </p:spTree>
    <p:extLst>
      <p:ext uri="{BB962C8B-B14F-4D97-AF65-F5344CB8AC3E}">
        <p14:creationId xmlns:p14="http://schemas.microsoft.com/office/powerpoint/2010/main" val="3150341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176B44-45F2-4860-20EE-E1B0D2B77367}"/>
              </a:ext>
            </a:extLst>
          </p:cNvPr>
          <p:cNvSpPr>
            <a:spLocks noGrp="1"/>
          </p:cNvSpPr>
          <p:nvPr>
            <p:ph type="dt" sz="half" idx="10"/>
          </p:nvPr>
        </p:nvSpPr>
        <p:spPr/>
        <p:txBody>
          <a:bodyPr/>
          <a:lstStyle/>
          <a:p>
            <a:fld id="{E908CF19-BBB9-45F0-B426-1C49897CD9DC}" type="datetimeFigureOut">
              <a:rPr lang="en-US" smtClean="0"/>
              <a:t>8/15/2025</a:t>
            </a:fld>
            <a:endParaRPr lang="en-US" dirty="0"/>
          </a:p>
        </p:txBody>
      </p:sp>
      <p:sp>
        <p:nvSpPr>
          <p:cNvPr id="3" name="Footer Placeholder 2">
            <a:extLst>
              <a:ext uri="{FF2B5EF4-FFF2-40B4-BE49-F238E27FC236}">
                <a16:creationId xmlns:a16="http://schemas.microsoft.com/office/drawing/2014/main" id="{C23224B1-6650-D643-40C4-2D1B20AE8B28}"/>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F930A191-7E6E-5AE9-0631-164086BC0559}"/>
              </a:ext>
            </a:extLst>
          </p:cNvPr>
          <p:cNvSpPr>
            <a:spLocks noGrp="1"/>
          </p:cNvSpPr>
          <p:nvPr>
            <p:ph type="sldNum" sz="quarter" idx="12"/>
          </p:nvPr>
        </p:nvSpPr>
        <p:spPr/>
        <p:txBody>
          <a:bodyPr/>
          <a:lstStyle/>
          <a:p>
            <a:fld id="{F734D5A4-6DB2-48D5-8213-94E4E4EAA0C5}" type="slidenum">
              <a:rPr lang="en-US" smtClean="0"/>
              <a:t>‹#›</a:t>
            </a:fld>
            <a:endParaRPr lang="en-US" dirty="0"/>
          </a:p>
        </p:txBody>
      </p:sp>
    </p:spTree>
    <p:extLst>
      <p:ext uri="{BB962C8B-B14F-4D97-AF65-F5344CB8AC3E}">
        <p14:creationId xmlns:p14="http://schemas.microsoft.com/office/powerpoint/2010/main" val="1710452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FF26E-1780-C568-8B0F-3C4E1AA897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03CA694-61AC-92A5-238B-37C4E532FF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F2DEAEA-8891-3488-0726-4F8B1FF4A0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8B1BF7-FEAA-51F2-10A4-FA3960DB8C87}"/>
              </a:ext>
            </a:extLst>
          </p:cNvPr>
          <p:cNvSpPr>
            <a:spLocks noGrp="1"/>
          </p:cNvSpPr>
          <p:nvPr>
            <p:ph type="dt" sz="half" idx="10"/>
          </p:nvPr>
        </p:nvSpPr>
        <p:spPr/>
        <p:txBody>
          <a:bodyPr/>
          <a:lstStyle/>
          <a:p>
            <a:fld id="{E908CF19-BBB9-45F0-B426-1C49897CD9DC}" type="datetimeFigureOut">
              <a:rPr lang="en-US" smtClean="0"/>
              <a:t>8/15/2025</a:t>
            </a:fld>
            <a:endParaRPr lang="en-US" dirty="0"/>
          </a:p>
        </p:txBody>
      </p:sp>
      <p:sp>
        <p:nvSpPr>
          <p:cNvPr id="6" name="Footer Placeholder 5">
            <a:extLst>
              <a:ext uri="{FF2B5EF4-FFF2-40B4-BE49-F238E27FC236}">
                <a16:creationId xmlns:a16="http://schemas.microsoft.com/office/drawing/2014/main" id="{9D499D68-EF5F-3CCF-4CBB-B69687FD973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DA2C2A9-DDCD-48A7-EE44-B26AA497E725}"/>
              </a:ext>
            </a:extLst>
          </p:cNvPr>
          <p:cNvSpPr>
            <a:spLocks noGrp="1"/>
          </p:cNvSpPr>
          <p:nvPr>
            <p:ph type="sldNum" sz="quarter" idx="12"/>
          </p:nvPr>
        </p:nvSpPr>
        <p:spPr/>
        <p:txBody>
          <a:bodyPr/>
          <a:lstStyle/>
          <a:p>
            <a:fld id="{F734D5A4-6DB2-48D5-8213-94E4E4EAA0C5}" type="slidenum">
              <a:rPr lang="en-US" smtClean="0"/>
              <a:t>‹#›</a:t>
            </a:fld>
            <a:endParaRPr lang="en-US" dirty="0"/>
          </a:p>
        </p:txBody>
      </p:sp>
    </p:spTree>
    <p:extLst>
      <p:ext uri="{BB962C8B-B14F-4D97-AF65-F5344CB8AC3E}">
        <p14:creationId xmlns:p14="http://schemas.microsoft.com/office/powerpoint/2010/main" val="2707385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5FA11-D609-6CF0-8353-663FF534DB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54C6306-686A-2971-2043-6468232379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ADA9D840-4960-E69F-C227-666DEAE44B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DC97DC-DAE8-DD9B-F1FE-8AB7EC4F4600}"/>
              </a:ext>
            </a:extLst>
          </p:cNvPr>
          <p:cNvSpPr>
            <a:spLocks noGrp="1"/>
          </p:cNvSpPr>
          <p:nvPr>
            <p:ph type="dt" sz="half" idx="10"/>
          </p:nvPr>
        </p:nvSpPr>
        <p:spPr/>
        <p:txBody>
          <a:bodyPr/>
          <a:lstStyle/>
          <a:p>
            <a:fld id="{E908CF19-BBB9-45F0-B426-1C49897CD9DC}" type="datetimeFigureOut">
              <a:rPr lang="en-US" smtClean="0"/>
              <a:t>8/15/2025</a:t>
            </a:fld>
            <a:endParaRPr lang="en-US" dirty="0"/>
          </a:p>
        </p:txBody>
      </p:sp>
      <p:sp>
        <p:nvSpPr>
          <p:cNvPr id="6" name="Footer Placeholder 5">
            <a:extLst>
              <a:ext uri="{FF2B5EF4-FFF2-40B4-BE49-F238E27FC236}">
                <a16:creationId xmlns:a16="http://schemas.microsoft.com/office/drawing/2014/main" id="{ABC28B5C-13C7-B9C9-B09C-0741E444F47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8294E38-E941-9F5C-630C-9F293200C194}"/>
              </a:ext>
            </a:extLst>
          </p:cNvPr>
          <p:cNvSpPr>
            <a:spLocks noGrp="1"/>
          </p:cNvSpPr>
          <p:nvPr>
            <p:ph type="sldNum" sz="quarter" idx="12"/>
          </p:nvPr>
        </p:nvSpPr>
        <p:spPr/>
        <p:txBody>
          <a:bodyPr/>
          <a:lstStyle/>
          <a:p>
            <a:fld id="{F734D5A4-6DB2-48D5-8213-94E4E4EAA0C5}" type="slidenum">
              <a:rPr lang="en-US" smtClean="0"/>
              <a:t>‹#›</a:t>
            </a:fld>
            <a:endParaRPr lang="en-US" dirty="0"/>
          </a:p>
        </p:txBody>
      </p:sp>
    </p:spTree>
    <p:extLst>
      <p:ext uri="{BB962C8B-B14F-4D97-AF65-F5344CB8AC3E}">
        <p14:creationId xmlns:p14="http://schemas.microsoft.com/office/powerpoint/2010/main" val="2124834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FC2DE-E8C0-0B01-D330-27CE104F5AA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6A48EB5-BB08-2E33-0D89-292C2168ACF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4B6A91-5D3F-74DD-3EE2-2617081BED65}"/>
              </a:ext>
            </a:extLst>
          </p:cNvPr>
          <p:cNvSpPr>
            <a:spLocks noGrp="1"/>
          </p:cNvSpPr>
          <p:nvPr>
            <p:ph type="dt" sz="half" idx="10"/>
          </p:nvPr>
        </p:nvSpPr>
        <p:spPr/>
        <p:txBody>
          <a:bodyPr/>
          <a:lstStyle/>
          <a:p>
            <a:fld id="{E908CF19-BBB9-45F0-B426-1C49897CD9DC}" type="datetimeFigureOut">
              <a:rPr lang="en-US" smtClean="0"/>
              <a:t>8/15/2025</a:t>
            </a:fld>
            <a:endParaRPr lang="en-US" dirty="0"/>
          </a:p>
        </p:txBody>
      </p:sp>
      <p:sp>
        <p:nvSpPr>
          <p:cNvPr id="5" name="Footer Placeholder 4">
            <a:extLst>
              <a:ext uri="{FF2B5EF4-FFF2-40B4-BE49-F238E27FC236}">
                <a16:creationId xmlns:a16="http://schemas.microsoft.com/office/drawing/2014/main" id="{906349B5-9689-209B-27AA-F3EA08B31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B90CC6-81CE-6EF9-62CB-3A999F398C22}"/>
              </a:ext>
            </a:extLst>
          </p:cNvPr>
          <p:cNvSpPr>
            <a:spLocks noGrp="1"/>
          </p:cNvSpPr>
          <p:nvPr>
            <p:ph type="sldNum" sz="quarter" idx="12"/>
          </p:nvPr>
        </p:nvSpPr>
        <p:spPr/>
        <p:txBody>
          <a:bodyPr/>
          <a:lstStyle/>
          <a:p>
            <a:fld id="{F734D5A4-6DB2-48D5-8213-94E4E4EAA0C5}" type="slidenum">
              <a:rPr lang="en-US" smtClean="0"/>
              <a:t>‹#›</a:t>
            </a:fld>
            <a:endParaRPr lang="en-US" dirty="0"/>
          </a:p>
        </p:txBody>
      </p:sp>
    </p:spTree>
    <p:extLst>
      <p:ext uri="{BB962C8B-B14F-4D97-AF65-F5344CB8AC3E}">
        <p14:creationId xmlns:p14="http://schemas.microsoft.com/office/powerpoint/2010/main" val="3627867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F89015-F070-815A-C375-A17D094CD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1F2E896-EF3C-721B-379A-E133DD98CC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05ADE8-8D20-24F7-1DE5-A9DB6308F6CE}"/>
              </a:ext>
            </a:extLst>
          </p:cNvPr>
          <p:cNvSpPr>
            <a:spLocks noGrp="1"/>
          </p:cNvSpPr>
          <p:nvPr>
            <p:ph type="dt" sz="half" idx="10"/>
          </p:nvPr>
        </p:nvSpPr>
        <p:spPr/>
        <p:txBody>
          <a:bodyPr/>
          <a:lstStyle/>
          <a:p>
            <a:fld id="{E908CF19-BBB9-45F0-B426-1C49897CD9DC}" type="datetimeFigureOut">
              <a:rPr lang="en-US" smtClean="0"/>
              <a:t>8/15/2025</a:t>
            </a:fld>
            <a:endParaRPr lang="en-US" dirty="0"/>
          </a:p>
        </p:txBody>
      </p:sp>
      <p:sp>
        <p:nvSpPr>
          <p:cNvPr id="5" name="Footer Placeholder 4">
            <a:extLst>
              <a:ext uri="{FF2B5EF4-FFF2-40B4-BE49-F238E27FC236}">
                <a16:creationId xmlns:a16="http://schemas.microsoft.com/office/drawing/2014/main" id="{6FB5D587-4473-3BF9-D1EB-8B14C5EA018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F88842B-B731-047F-9EAC-BAE6DAD4EC9A}"/>
              </a:ext>
            </a:extLst>
          </p:cNvPr>
          <p:cNvSpPr>
            <a:spLocks noGrp="1"/>
          </p:cNvSpPr>
          <p:nvPr>
            <p:ph type="sldNum" sz="quarter" idx="12"/>
          </p:nvPr>
        </p:nvSpPr>
        <p:spPr/>
        <p:txBody>
          <a:bodyPr/>
          <a:lstStyle/>
          <a:p>
            <a:fld id="{F734D5A4-6DB2-48D5-8213-94E4E4EAA0C5}" type="slidenum">
              <a:rPr lang="en-US" smtClean="0"/>
              <a:t>‹#›</a:t>
            </a:fld>
            <a:endParaRPr lang="en-US" dirty="0"/>
          </a:p>
        </p:txBody>
      </p:sp>
    </p:spTree>
    <p:extLst>
      <p:ext uri="{BB962C8B-B14F-4D97-AF65-F5344CB8AC3E}">
        <p14:creationId xmlns:p14="http://schemas.microsoft.com/office/powerpoint/2010/main" val="2183585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085071-3F0B-48FB-1238-7E0600E8ED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4CF954B-8F08-385E-2D5F-AD179A97B4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85F65B-2A40-EED4-BB10-476F76711F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908CF19-BBB9-45F0-B426-1C49897CD9DC}" type="datetimeFigureOut">
              <a:rPr lang="en-US" smtClean="0"/>
              <a:t>8/15/2025</a:t>
            </a:fld>
            <a:endParaRPr lang="en-US" dirty="0"/>
          </a:p>
        </p:txBody>
      </p:sp>
      <p:sp>
        <p:nvSpPr>
          <p:cNvPr id="5" name="Footer Placeholder 4">
            <a:extLst>
              <a:ext uri="{FF2B5EF4-FFF2-40B4-BE49-F238E27FC236}">
                <a16:creationId xmlns:a16="http://schemas.microsoft.com/office/drawing/2014/main" id="{7B93CFB6-2685-E73C-5E8A-29DB2B34E7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821ED27F-1340-C43E-EB62-C0A7E63BC5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734D5A4-6DB2-48D5-8213-94E4E4EAA0C5}" type="slidenum">
              <a:rPr lang="en-US" smtClean="0"/>
              <a:t>‹#›</a:t>
            </a:fld>
            <a:endParaRPr lang="en-US" dirty="0"/>
          </a:p>
        </p:txBody>
      </p:sp>
    </p:spTree>
    <p:extLst>
      <p:ext uri="{BB962C8B-B14F-4D97-AF65-F5344CB8AC3E}">
        <p14:creationId xmlns:p14="http://schemas.microsoft.com/office/powerpoint/2010/main" val="19253514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8" Type="http://schemas.openxmlformats.org/officeDocument/2006/relationships/image" Target="../media/image8.png"/><Relationship Id="rId3" Type="http://schemas.microsoft.com/office/2007/relationships/hdphoto" Target="../media/hdphoto1.wdp"/><Relationship Id="rId7" Type="http://schemas.microsoft.com/office/2007/relationships/hdphoto" Target="../media/hdphoto5.wdp"/><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png"/><Relationship Id="rId11" Type="http://schemas.microsoft.com/office/2007/relationships/hdphoto" Target="../media/hdphoto7.wdp"/><Relationship Id="rId5" Type="http://schemas.microsoft.com/office/2007/relationships/hdphoto" Target="../media/hdphoto4.wdp"/><Relationship Id="rId10" Type="http://schemas.openxmlformats.org/officeDocument/2006/relationships/image" Target="../media/image9.png"/><Relationship Id="rId4" Type="http://schemas.openxmlformats.org/officeDocument/2006/relationships/image" Target="../media/image6.png"/><Relationship Id="rId9" Type="http://schemas.microsoft.com/office/2007/relationships/hdphoto" Target="../media/hdphoto6.wdp"/></Relationships>
</file>

<file path=ppt/slides/_rels/slide1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2.xml"/><Relationship Id="rId5" Type="http://schemas.microsoft.com/office/2007/relationships/hdphoto" Target="../media/hdphoto8.wdp"/><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5" Type="http://schemas.microsoft.com/office/2007/relationships/hdphoto" Target="../media/hdphoto5.wdp"/><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2.xml"/><Relationship Id="rId6" Type="http://schemas.openxmlformats.org/officeDocument/2006/relationships/image" Target="../media/image14.jpg"/><Relationship Id="rId5" Type="http://schemas.microsoft.com/office/2007/relationships/hdphoto" Target="../media/hdphoto9.wdp"/><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192F128-21CE-C99B-B938-AA2F454ED851}"/>
              </a:ext>
            </a:extLst>
          </p:cNvPr>
          <p:cNvPicPr>
            <a:picLocks noChangeAspect="1"/>
          </p:cNvPicPr>
          <p:nvPr/>
        </p:nvPicPr>
        <p:blipFill>
          <a:blip r:embed="rId2"/>
          <a:stretch>
            <a:fillRect/>
          </a:stretch>
        </p:blipFill>
        <p:spPr>
          <a:xfrm>
            <a:off x="299197" y="1237944"/>
            <a:ext cx="6582694" cy="4382112"/>
          </a:xfrm>
          <a:prstGeom prst="rect">
            <a:avLst/>
          </a:prstGeom>
        </p:spPr>
      </p:pic>
      <p:sp>
        <p:nvSpPr>
          <p:cNvPr id="2" name="Freeform: Shape 1">
            <a:extLst>
              <a:ext uri="{FF2B5EF4-FFF2-40B4-BE49-F238E27FC236}">
                <a16:creationId xmlns:a16="http://schemas.microsoft.com/office/drawing/2014/main" id="{C5AF9EE2-0A66-0BAF-DC84-1078C85E3F36}"/>
              </a:ext>
            </a:extLst>
          </p:cNvPr>
          <p:cNvSpPr/>
          <p:nvPr/>
        </p:nvSpPr>
        <p:spPr>
          <a:xfrm>
            <a:off x="674255" y="1771300"/>
            <a:ext cx="5689600" cy="3382591"/>
          </a:xfrm>
          <a:custGeom>
            <a:avLst/>
            <a:gdLst>
              <a:gd name="connsiteX0" fmla="*/ 1634836 w 5689600"/>
              <a:gd name="connsiteY0" fmla="*/ 500845 h 3382591"/>
              <a:gd name="connsiteX1" fmla="*/ 1588654 w 5689600"/>
              <a:gd name="connsiteY1" fmla="*/ 547027 h 3382591"/>
              <a:gd name="connsiteX2" fmla="*/ 1468581 w 5689600"/>
              <a:gd name="connsiteY2" fmla="*/ 611682 h 3382591"/>
              <a:gd name="connsiteX3" fmla="*/ 1366981 w 5689600"/>
              <a:gd name="connsiteY3" fmla="*/ 639391 h 3382591"/>
              <a:gd name="connsiteX4" fmla="*/ 1320800 w 5689600"/>
              <a:gd name="connsiteY4" fmla="*/ 657864 h 3382591"/>
              <a:gd name="connsiteX5" fmla="*/ 1283854 w 5689600"/>
              <a:gd name="connsiteY5" fmla="*/ 676336 h 3382591"/>
              <a:gd name="connsiteX6" fmla="*/ 1228436 w 5689600"/>
              <a:gd name="connsiteY6" fmla="*/ 685573 h 3382591"/>
              <a:gd name="connsiteX7" fmla="*/ 1006763 w 5689600"/>
              <a:gd name="connsiteY7" fmla="*/ 648627 h 3382591"/>
              <a:gd name="connsiteX8" fmla="*/ 997527 w 5689600"/>
              <a:gd name="connsiteY8" fmla="*/ 611682 h 3382591"/>
              <a:gd name="connsiteX9" fmla="*/ 988290 w 5689600"/>
              <a:gd name="connsiteY9" fmla="*/ 556264 h 3382591"/>
              <a:gd name="connsiteX10" fmla="*/ 979054 w 5689600"/>
              <a:gd name="connsiteY10" fmla="*/ 325355 h 3382591"/>
              <a:gd name="connsiteX11" fmla="*/ 868218 w 5689600"/>
              <a:gd name="connsiteY11" fmla="*/ 177573 h 3382591"/>
              <a:gd name="connsiteX12" fmla="*/ 775854 w 5689600"/>
              <a:gd name="connsiteY12" fmla="*/ 85209 h 3382591"/>
              <a:gd name="connsiteX13" fmla="*/ 489527 w 5689600"/>
              <a:gd name="connsiteY13" fmla="*/ 103682 h 3382591"/>
              <a:gd name="connsiteX14" fmla="*/ 406400 w 5689600"/>
              <a:gd name="connsiteY14" fmla="*/ 149864 h 3382591"/>
              <a:gd name="connsiteX15" fmla="*/ 369454 w 5689600"/>
              <a:gd name="connsiteY15" fmla="*/ 168336 h 3382591"/>
              <a:gd name="connsiteX16" fmla="*/ 295563 w 5689600"/>
              <a:gd name="connsiteY16" fmla="*/ 223755 h 3382591"/>
              <a:gd name="connsiteX17" fmla="*/ 267854 w 5689600"/>
              <a:gd name="connsiteY17" fmla="*/ 251464 h 3382591"/>
              <a:gd name="connsiteX18" fmla="*/ 249381 w 5689600"/>
              <a:gd name="connsiteY18" fmla="*/ 279173 h 3382591"/>
              <a:gd name="connsiteX19" fmla="*/ 212436 w 5689600"/>
              <a:gd name="connsiteY19" fmla="*/ 408482 h 3382591"/>
              <a:gd name="connsiteX20" fmla="*/ 193963 w 5689600"/>
              <a:gd name="connsiteY20" fmla="*/ 519318 h 3382591"/>
              <a:gd name="connsiteX21" fmla="*/ 175490 w 5689600"/>
              <a:gd name="connsiteY21" fmla="*/ 722518 h 3382591"/>
              <a:gd name="connsiteX22" fmla="*/ 166254 w 5689600"/>
              <a:gd name="connsiteY22" fmla="*/ 768700 h 3382591"/>
              <a:gd name="connsiteX23" fmla="*/ 120072 w 5689600"/>
              <a:gd name="connsiteY23" fmla="*/ 879536 h 3382591"/>
              <a:gd name="connsiteX24" fmla="*/ 110836 w 5689600"/>
              <a:gd name="connsiteY24" fmla="*/ 953427 h 3382591"/>
              <a:gd name="connsiteX25" fmla="*/ 101600 w 5689600"/>
              <a:gd name="connsiteY25" fmla="*/ 999609 h 3382591"/>
              <a:gd name="connsiteX26" fmla="*/ 193963 w 5689600"/>
              <a:gd name="connsiteY26" fmla="*/ 1101209 h 3382591"/>
              <a:gd name="connsiteX27" fmla="*/ 314036 w 5689600"/>
              <a:gd name="connsiteY27" fmla="*/ 1156627 h 3382591"/>
              <a:gd name="connsiteX28" fmla="*/ 323272 w 5689600"/>
              <a:gd name="connsiteY28" fmla="*/ 1184336 h 3382591"/>
              <a:gd name="connsiteX29" fmla="*/ 378690 w 5689600"/>
              <a:gd name="connsiteY29" fmla="*/ 1267464 h 3382591"/>
              <a:gd name="connsiteX30" fmla="*/ 387927 w 5689600"/>
              <a:gd name="connsiteY30" fmla="*/ 1322882 h 3382591"/>
              <a:gd name="connsiteX31" fmla="*/ 397163 w 5689600"/>
              <a:gd name="connsiteY31" fmla="*/ 1359827 h 3382591"/>
              <a:gd name="connsiteX32" fmla="*/ 387927 w 5689600"/>
              <a:gd name="connsiteY32" fmla="*/ 1452191 h 3382591"/>
              <a:gd name="connsiteX33" fmla="*/ 406400 w 5689600"/>
              <a:gd name="connsiteY33" fmla="*/ 1535318 h 3382591"/>
              <a:gd name="connsiteX34" fmla="*/ 471054 w 5689600"/>
              <a:gd name="connsiteY34" fmla="*/ 1544555 h 3382591"/>
              <a:gd name="connsiteX35" fmla="*/ 655781 w 5689600"/>
              <a:gd name="connsiteY35" fmla="*/ 1535318 h 3382591"/>
              <a:gd name="connsiteX36" fmla="*/ 711200 w 5689600"/>
              <a:gd name="connsiteY36" fmla="*/ 1563027 h 3382591"/>
              <a:gd name="connsiteX37" fmla="*/ 720436 w 5689600"/>
              <a:gd name="connsiteY37" fmla="*/ 1609209 h 3382591"/>
              <a:gd name="connsiteX38" fmla="*/ 729672 w 5689600"/>
              <a:gd name="connsiteY38" fmla="*/ 1636918 h 3382591"/>
              <a:gd name="connsiteX39" fmla="*/ 775854 w 5689600"/>
              <a:gd name="connsiteY39" fmla="*/ 1627682 h 3382591"/>
              <a:gd name="connsiteX40" fmla="*/ 868218 w 5689600"/>
              <a:gd name="connsiteY40" fmla="*/ 1572264 h 3382591"/>
              <a:gd name="connsiteX41" fmla="*/ 951345 w 5689600"/>
              <a:gd name="connsiteY41" fmla="*/ 1498373 h 3382591"/>
              <a:gd name="connsiteX42" fmla="*/ 969818 w 5689600"/>
              <a:gd name="connsiteY42" fmla="*/ 1470664 h 3382591"/>
              <a:gd name="connsiteX43" fmla="*/ 1025236 w 5689600"/>
              <a:gd name="connsiteY43" fmla="*/ 1396773 h 3382591"/>
              <a:gd name="connsiteX44" fmla="*/ 1052945 w 5689600"/>
              <a:gd name="connsiteY44" fmla="*/ 1359827 h 3382591"/>
              <a:gd name="connsiteX45" fmla="*/ 1071418 w 5689600"/>
              <a:gd name="connsiteY45" fmla="*/ 1313645 h 3382591"/>
              <a:gd name="connsiteX46" fmla="*/ 1108363 w 5689600"/>
              <a:gd name="connsiteY46" fmla="*/ 1258227 h 3382591"/>
              <a:gd name="connsiteX47" fmla="*/ 1154545 w 5689600"/>
              <a:gd name="connsiteY47" fmla="*/ 1248991 h 3382591"/>
              <a:gd name="connsiteX48" fmla="*/ 1422400 w 5689600"/>
              <a:gd name="connsiteY48" fmla="*/ 1267464 h 3382591"/>
              <a:gd name="connsiteX49" fmla="*/ 1487054 w 5689600"/>
              <a:gd name="connsiteY49" fmla="*/ 1276700 h 3382591"/>
              <a:gd name="connsiteX50" fmla="*/ 1699490 w 5689600"/>
              <a:gd name="connsiteY50" fmla="*/ 1258227 h 3382591"/>
              <a:gd name="connsiteX51" fmla="*/ 1764145 w 5689600"/>
              <a:gd name="connsiteY51" fmla="*/ 1239755 h 3382591"/>
              <a:gd name="connsiteX52" fmla="*/ 1801090 w 5689600"/>
              <a:gd name="connsiteY52" fmla="*/ 1221282 h 3382591"/>
              <a:gd name="connsiteX53" fmla="*/ 1847272 w 5689600"/>
              <a:gd name="connsiteY53" fmla="*/ 1193573 h 3382591"/>
              <a:gd name="connsiteX54" fmla="*/ 1902690 w 5689600"/>
              <a:gd name="connsiteY54" fmla="*/ 1156627 h 3382591"/>
              <a:gd name="connsiteX55" fmla="*/ 1930400 w 5689600"/>
              <a:gd name="connsiteY55" fmla="*/ 1147391 h 3382591"/>
              <a:gd name="connsiteX56" fmla="*/ 2022763 w 5689600"/>
              <a:gd name="connsiteY56" fmla="*/ 1101209 h 3382591"/>
              <a:gd name="connsiteX57" fmla="*/ 2115127 w 5689600"/>
              <a:gd name="connsiteY57" fmla="*/ 1045791 h 3382591"/>
              <a:gd name="connsiteX58" fmla="*/ 2142836 w 5689600"/>
              <a:gd name="connsiteY58" fmla="*/ 1027318 h 3382591"/>
              <a:gd name="connsiteX59" fmla="*/ 2189018 w 5689600"/>
              <a:gd name="connsiteY59" fmla="*/ 990373 h 3382591"/>
              <a:gd name="connsiteX60" fmla="*/ 2235200 w 5689600"/>
              <a:gd name="connsiteY60" fmla="*/ 962664 h 3382591"/>
              <a:gd name="connsiteX61" fmla="*/ 2299854 w 5689600"/>
              <a:gd name="connsiteY61" fmla="*/ 944191 h 3382591"/>
              <a:gd name="connsiteX62" fmla="*/ 2327563 w 5689600"/>
              <a:gd name="connsiteY62" fmla="*/ 934955 h 3382591"/>
              <a:gd name="connsiteX63" fmla="*/ 2355272 w 5689600"/>
              <a:gd name="connsiteY63" fmla="*/ 953427 h 3382591"/>
              <a:gd name="connsiteX64" fmla="*/ 2382981 w 5689600"/>
              <a:gd name="connsiteY64" fmla="*/ 1018082 h 3382591"/>
              <a:gd name="connsiteX65" fmla="*/ 2401454 w 5689600"/>
              <a:gd name="connsiteY65" fmla="*/ 1055027 h 3382591"/>
              <a:gd name="connsiteX66" fmla="*/ 2364509 w 5689600"/>
              <a:gd name="connsiteY66" fmla="*/ 1267464 h 3382591"/>
              <a:gd name="connsiteX67" fmla="*/ 2336800 w 5689600"/>
              <a:gd name="connsiteY67" fmla="*/ 1276700 h 3382591"/>
              <a:gd name="connsiteX68" fmla="*/ 2299854 w 5689600"/>
              <a:gd name="connsiteY68" fmla="*/ 1313645 h 3382591"/>
              <a:gd name="connsiteX69" fmla="*/ 2281381 w 5689600"/>
              <a:gd name="connsiteY69" fmla="*/ 1369064 h 3382591"/>
              <a:gd name="connsiteX70" fmla="*/ 2262909 w 5689600"/>
              <a:gd name="connsiteY70" fmla="*/ 1396773 h 3382591"/>
              <a:gd name="connsiteX71" fmla="*/ 2253672 w 5689600"/>
              <a:gd name="connsiteY71" fmla="*/ 1452191 h 3382591"/>
              <a:gd name="connsiteX72" fmla="*/ 2272145 w 5689600"/>
              <a:gd name="connsiteY72" fmla="*/ 1738518 h 3382591"/>
              <a:gd name="connsiteX73" fmla="*/ 2262909 w 5689600"/>
              <a:gd name="connsiteY73" fmla="*/ 1812409 h 3382591"/>
              <a:gd name="connsiteX74" fmla="*/ 2170545 w 5689600"/>
              <a:gd name="connsiteY74" fmla="*/ 1867827 h 3382591"/>
              <a:gd name="connsiteX75" fmla="*/ 2096654 w 5689600"/>
              <a:gd name="connsiteY75" fmla="*/ 1895536 h 3382591"/>
              <a:gd name="connsiteX76" fmla="*/ 2050472 w 5689600"/>
              <a:gd name="connsiteY76" fmla="*/ 1904773 h 3382591"/>
              <a:gd name="connsiteX77" fmla="*/ 1967345 w 5689600"/>
              <a:gd name="connsiteY77" fmla="*/ 1923245 h 3382591"/>
              <a:gd name="connsiteX78" fmla="*/ 1911927 w 5689600"/>
              <a:gd name="connsiteY78" fmla="*/ 1932482 h 3382591"/>
              <a:gd name="connsiteX79" fmla="*/ 1884218 w 5689600"/>
              <a:gd name="connsiteY79" fmla="*/ 1941718 h 3382591"/>
              <a:gd name="connsiteX80" fmla="*/ 1819563 w 5689600"/>
              <a:gd name="connsiteY80" fmla="*/ 1950955 h 3382591"/>
              <a:gd name="connsiteX81" fmla="*/ 1773381 w 5689600"/>
              <a:gd name="connsiteY81" fmla="*/ 1960191 h 3382591"/>
              <a:gd name="connsiteX82" fmla="*/ 1745672 w 5689600"/>
              <a:gd name="connsiteY82" fmla="*/ 1978664 h 3382591"/>
              <a:gd name="connsiteX83" fmla="*/ 1625600 w 5689600"/>
              <a:gd name="connsiteY83" fmla="*/ 2024845 h 3382591"/>
              <a:gd name="connsiteX84" fmla="*/ 1551709 w 5689600"/>
              <a:gd name="connsiteY84" fmla="*/ 2043318 h 3382591"/>
              <a:gd name="connsiteX85" fmla="*/ 1524000 w 5689600"/>
              <a:gd name="connsiteY85" fmla="*/ 2052555 h 3382591"/>
              <a:gd name="connsiteX86" fmla="*/ 1496290 w 5689600"/>
              <a:gd name="connsiteY86" fmla="*/ 2071027 h 3382591"/>
              <a:gd name="connsiteX87" fmla="*/ 1487054 w 5689600"/>
              <a:gd name="connsiteY87" fmla="*/ 2098736 h 3382591"/>
              <a:gd name="connsiteX88" fmla="*/ 1450109 w 5689600"/>
              <a:gd name="connsiteY88" fmla="*/ 2135682 h 3382591"/>
              <a:gd name="connsiteX89" fmla="*/ 1422400 w 5689600"/>
              <a:gd name="connsiteY89" fmla="*/ 2144918 h 3382591"/>
              <a:gd name="connsiteX90" fmla="*/ 1283854 w 5689600"/>
              <a:gd name="connsiteY90" fmla="*/ 2163391 h 3382591"/>
              <a:gd name="connsiteX91" fmla="*/ 1246909 w 5689600"/>
              <a:gd name="connsiteY91" fmla="*/ 2181864 h 3382591"/>
              <a:gd name="connsiteX92" fmla="*/ 1163781 w 5689600"/>
              <a:gd name="connsiteY92" fmla="*/ 2209573 h 3382591"/>
              <a:gd name="connsiteX93" fmla="*/ 1136072 w 5689600"/>
              <a:gd name="connsiteY93" fmla="*/ 2228045 h 3382591"/>
              <a:gd name="connsiteX94" fmla="*/ 1089890 w 5689600"/>
              <a:gd name="connsiteY94" fmla="*/ 2237282 h 3382591"/>
              <a:gd name="connsiteX95" fmla="*/ 1052945 w 5689600"/>
              <a:gd name="connsiteY95" fmla="*/ 2246518 h 3382591"/>
              <a:gd name="connsiteX96" fmla="*/ 1025236 w 5689600"/>
              <a:gd name="connsiteY96" fmla="*/ 2274227 h 3382591"/>
              <a:gd name="connsiteX97" fmla="*/ 942109 w 5689600"/>
              <a:gd name="connsiteY97" fmla="*/ 2311173 h 3382591"/>
              <a:gd name="connsiteX98" fmla="*/ 877454 w 5689600"/>
              <a:gd name="connsiteY98" fmla="*/ 2375827 h 3382591"/>
              <a:gd name="connsiteX99" fmla="*/ 849745 w 5689600"/>
              <a:gd name="connsiteY99" fmla="*/ 2403536 h 3382591"/>
              <a:gd name="connsiteX100" fmla="*/ 775854 w 5689600"/>
              <a:gd name="connsiteY100" fmla="*/ 2449718 h 3382591"/>
              <a:gd name="connsiteX101" fmla="*/ 729672 w 5689600"/>
              <a:gd name="connsiteY101" fmla="*/ 2458955 h 3382591"/>
              <a:gd name="connsiteX102" fmla="*/ 609600 w 5689600"/>
              <a:gd name="connsiteY102" fmla="*/ 2440482 h 3382591"/>
              <a:gd name="connsiteX103" fmla="*/ 535709 w 5689600"/>
              <a:gd name="connsiteY103" fmla="*/ 2403536 h 3382591"/>
              <a:gd name="connsiteX104" fmla="*/ 471054 w 5689600"/>
              <a:gd name="connsiteY104" fmla="*/ 2375827 h 3382591"/>
              <a:gd name="connsiteX105" fmla="*/ 323272 w 5689600"/>
              <a:gd name="connsiteY105" fmla="*/ 2301936 h 3382591"/>
              <a:gd name="connsiteX106" fmla="*/ 230909 w 5689600"/>
              <a:gd name="connsiteY106" fmla="*/ 2283464 h 3382591"/>
              <a:gd name="connsiteX107" fmla="*/ 73890 w 5689600"/>
              <a:gd name="connsiteY107" fmla="*/ 2255755 h 3382591"/>
              <a:gd name="connsiteX108" fmla="*/ 0 w 5689600"/>
              <a:gd name="connsiteY108" fmla="*/ 2237282 h 3382591"/>
              <a:gd name="connsiteX109" fmla="*/ 73890 w 5689600"/>
              <a:gd name="connsiteY109" fmla="*/ 2246518 h 3382591"/>
              <a:gd name="connsiteX110" fmla="*/ 101600 w 5689600"/>
              <a:gd name="connsiteY110" fmla="*/ 2264991 h 3382591"/>
              <a:gd name="connsiteX111" fmla="*/ 157018 w 5689600"/>
              <a:gd name="connsiteY111" fmla="*/ 2274227 h 3382591"/>
              <a:gd name="connsiteX112" fmla="*/ 212436 w 5689600"/>
              <a:gd name="connsiteY112" fmla="*/ 2320409 h 3382591"/>
              <a:gd name="connsiteX113" fmla="*/ 249381 w 5689600"/>
              <a:gd name="connsiteY113" fmla="*/ 2348118 h 3382591"/>
              <a:gd name="connsiteX114" fmla="*/ 267854 w 5689600"/>
              <a:gd name="connsiteY114" fmla="*/ 2375827 h 3382591"/>
              <a:gd name="connsiteX115" fmla="*/ 332509 w 5689600"/>
              <a:gd name="connsiteY115" fmla="*/ 2431245 h 3382591"/>
              <a:gd name="connsiteX116" fmla="*/ 341745 w 5689600"/>
              <a:gd name="connsiteY116" fmla="*/ 2468191 h 3382591"/>
              <a:gd name="connsiteX117" fmla="*/ 360218 w 5689600"/>
              <a:gd name="connsiteY117" fmla="*/ 2495900 h 3382591"/>
              <a:gd name="connsiteX118" fmla="*/ 415636 w 5689600"/>
              <a:gd name="connsiteY118" fmla="*/ 2579027 h 3382591"/>
              <a:gd name="connsiteX119" fmla="*/ 443345 w 5689600"/>
              <a:gd name="connsiteY119" fmla="*/ 2699100 h 3382591"/>
              <a:gd name="connsiteX120" fmla="*/ 471054 w 5689600"/>
              <a:gd name="connsiteY120" fmla="*/ 2819173 h 3382591"/>
              <a:gd name="connsiteX121" fmla="*/ 489527 w 5689600"/>
              <a:gd name="connsiteY121" fmla="*/ 2874591 h 3382591"/>
              <a:gd name="connsiteX122" fmla="*/ 498763 w 5689600"/>
              <a:gd name="connsiteY122" fmla="*/ 2911536 h 3382591"/>
              <a:gd name="connsiteX123" fmla="*/ 526472 w 5689600"/>
              <a:gd name="connsiteY123" fmla="*/ 3040845 h 3382591"/>
              <a:gd name="connsiteX124" fmla="*/ 535709 w 5689600"/>
              <a:gd name="connsiteY124" fmla="*/ 3068555 h 3382591"/>
              <a:gd name="connsiteX125" fmla="*/ 544945 w 5689600"/>
              <a:gd name="connsiteY125" fmla="*/ 3142445 h 3382591"/>
              <a:gd name="connsiteX126" fmla="*/ 572654 w 5689600"/>
              <a:gd name="connsiteY126" fmla="*/ 3253282 h 3382591"/>
              <a:gd name="connsiteX127" fmla="*/ 600363 w 5689600"/>
              <a:gd name="connsiteY127" fmla="*/ 3271755 h 3382591"/>
              <a:gd name="connsiteX128" fmla="*/ 637309 w 5689600"/>
              <a:gd name="connsiteY128" fmla="*/ 3308700 h 3382591"/>
              <a:gd name="connsiteX129" fmla="*/ 720436 w 5689600"/>
              <a:gd name="connsiteY129" fmla="*/ 3327173 h 3382591"/>
              <a:gd name="connsiteX130" fmla="*/ 1052945 w 5689600"/>
              <a:gd name="connsiteY130" fmla="*/ 3354882 h 3382591"/>
              <a:gd name="connsiteX131" fmla="*/ 1136072 w 5689600"/>
              <a:gd name="connsiteY131" fmla="*/ 3364118 h 3382591"/>
              <a:gd name="connsiteX132" fmla="*/ 1191490 w 5689600"/>
              <a:gd name="connsiteY132" fmla="*/ 3382591 h 3382591"/>
              <a:gd name="connsiteX133" fmla="*/ 1366981 w 5689600"/>
              <a:gd name="connsiteY133" fmla="*/ 3364118 h 3382591"/>
              <a:gd name="connsiteX134" fmla="*/ 1487054 w 5689600"/>
              <a:gd name="connsiteY134" fmla="*/ 3336409 h 3382591"/>
              <a:gd name="connsiteX135" fmla="*/ 1542472 w 5689600"/>
              <a:gd name="connsiteY135" fmla="*/ 3327173 h 3382591"/>
              <a:gd name="connsiteX136" fmla="*/ 1607127 w 5689600"/>
              <a:gd name="connsiteY136" fmla="*/ 3308700 h 3382591"/>
              <a:gd name="connsiteX137" fmla="*/ 1662545 w 5689600"/>
              <a:gd name="connsiteY137" fmla="*/ 3271755 h 3382591"/>
              <a:gd name="connsiteX138" fmla="*/ 1745672 w 5689600"/>
              <a:gd name="connsiteY138" fmla="*/ 3225573 h 3382591"/>
              <a:gd name="connsiteX139" fmla="*/ 1773381 w 5689600"/>
              <a:gd name="connsiteY139" fmla="*/ 3207100 h 3382591"/>
              <a:gd name="connsiteX140" fmla="*/ 1810327 w 5689600"/>
              <a:gd name="connsiteY140" fmla="*/ 3179391 h 3382591"/>
              <a:gd name="connsiteX141" fmla="*/ 1884218 w 5689600"/>
              <a:gd name="connsiteY141" fmla="*/ 3142445 h 3382591"/>
              <a:gd name="connsiteX142" fmla="*/ 2013527 w 5689600"/>
              <a:gd name="connsiteY142" fmla="*/ 3050082 h 3382591"/>
              <a:gd name="connsiteX143" fmla="*/ 2078181 w 5689600"/>
              <a:gd name="connsiteY143" fmla="*/ 2994664 h 3382591"/>
              <a:gd name="connsiteX144" fmla="*/ 2161309 w 5689600"/>
              <a:gd name="connsiteY144" fmla="*/ 2948482 h 3382591"/>
              <a:gd name="connsiteX145" fmla="*/ 2216727 w 5689600"/>
              <a:gd name="connsiteY145" fmla="*/ 2939245 h 3382591"/>
              <a:gd name="connsiteX146" fmla="*/ 2244436 w 5689600"/>
              <a:gd name="connsiteY146" fmla="*/ 2930009 h 3382591"/>
              <a:gd name="connsiteX147" fmla="*/ 2309090 w 5689600"/>
              <a:gd name="connsiteY147" fmla="*/ 2920773 h 3382591"/>
              <a:gd name="connsiteX148" fmla="*/ 2382981 w 5689600"/>
              <a:gd name="connsiteY148" fmla="*/ 2883827 h 3382591"/>
              <a:gd name="connsiteX149" fmla="*/ 2419927 w 5689600"/>
              <a:gd name="connsiteY149" fmla="*/ 2874591 h 3382591"/>
              <a:gd name="connsiteX150" fmla="*/ 2447636 w 5689600"/>
              <a:gd name="connsiteY150" fmla="*/ 2856118 h 3382591"/>
              <a:gd name="connsiteX151" fmla="*/ 2475345 w 5689600"/>
              <a:gd name="connsiteY151" fmla="*/ 2846882 h 3382591"/>
              <a:gd name="connsiteX152" fmla="*/ 2521527 w 5689600"/>
              <a:gd name="connsiteY152" fmla="*/ 2809936 h 3382591"/>
              <a:gd name="connsiteX153" fmla="*/ 2576945 w 5689600"/>
              <a:gd name="connsiteY153" fmla="*/ 2726809 h 3382591"/>
              <a:gd name="connsiteX154" fmla="*/ 2595418 w 5689600"/>
              <a:gd name="connsiteY154" fmla="*/ 2689864 h 3382591"/>
              <a:gd name="connsiteX155" fmla="*/ 2660072 w 5689600"/>
              <a:gd name="connsiteY155" fmla="*/ 2597500 h 3382591"/>
              <a:gd name="connsiteX156" fmla="*/ 2687781 w 5689600"/>
              <a:gd name="connsiteY156" fmla="*/ 2588264 h 3382591"/>
              <a:gd name="connsiteX157" fmla="*/ 2724727 w 5689600"/>
              <a:gd name="connsiteY157" fmla="*/ 2560555 h 3382591"/>
              <a:gd name="connsiteX158" fmla="*/ 2761672 w 5689600"/>
              <a:gd name="connsiteY158" fmla="*/ 2523609 h 3382591"/>
              <a:gd name="connsiteX159" fmla="*/ 2826327 w 5689600"/>
              <a:gd name="connsiteY159" fmla="*/ 2486664 h 3382591"/>
              <a:gd name="connsiteX160" fmla="*/ 2854036 w 5689600"/>
              <a:gd name="connsiteY160" fmla="*/ 2458955 h 3382591"/>
              <a:gd name="connsiteX161" fmla="*/ 2909454 w 5689600"/>
              <a:gd name="connsiteY161" fmla="*/ 2412773 h 3382591"/>
              <a:gd name="connsiteX162" fmla="*/ 2937163 w 5689600"/>
              <a:gd name="connsiteY162" fmla="*/ 2338882 h 3382591"/>
              <a:gd name="connsiteX163" fmla="*/ 2974109 w 5689600"/>
              <a:gd name="connsiteY163" fmla="*/ 2311173 h 3382591"/>
              <a:gd name="connsiteX164" fmla="*/ 3029527 w 5689600"/>
              <a:gd name="connsiteY164" fmla="*/ 2274227 h 3382591"/>
              <a:gd name="connsiteX165" fmla="*/ 3121890 w 5689600"/>
              <a:gd name="connsiteY165" fmla="*/ 2218809 h 3382591"/>
              <a:gd name="connsiteX166" fmla="*/ 3177309 w 5689600"/>
              <a:gd name="connsiteY166" fmla="*/ 2172627 h 3382591"/>
              <a:gd name="connsiteX167" fmla="*/ 3214254 w 5689600"/>
              <a:gd name="connsiteY167" fmla="*/ 2154155 h 3382591"/>
              <a:gd name="connsiteX168" fmla="*/ 3288145 w 5689600"/>
              <a:gd name="connsiteY168" fmla="*/ 2098736 h 3382591"/>
              <a:gd name="connsiteX169" fmla="*/ 3371272 w 5689600"/>
              <a:gd name="connsiteY169" fmla="*/ 2043318 h 3382591"/>
              <a:gd name="connsiteX170" fmla="*/ 3426690 w 5689600"/>
              <a:gd name="connsiteY170" fmla="*/ 2024845 h 3382591"/>
              <a:gd name="connsiteX171" fmla="*/ 3454400 w 5689600"/>
              <a:gd name="connsiteY171" fmla="*/ 2015609 h 3382591"/>
              <a:gd name="connsiteX172" fmla="*/ 3509818 w 5689600"/>
              <a:gd name="connsiteY172" fmla="*/ 1987900 h 3382591"/>
              <a:gd name="connsiteX173" fmla="*/ 3546763 w 5689600"/>
              <a:gd name="connsiteY173" fmla="*/ 1978664 h 3382591"/>
              <a:gd name="connsiteX174" fmla="*/ 3592945 w 5689600"/>
              <a:gd name="connsiteY174" fmla="*/ 1960191 h 3382591"/>
              <a:gd name="connsiteX175" fmla="*/ 3694545 w 5689600"/>
              <a:gd name="connsiteY175" fmla="*/ 1941718 h 3382591"/>
              <a:gd name="connsiteX176" fmla="*/ 3722254 w 5689600"/>
              <a:gd name="connsiteY176" fmla="*/ 1932482 h 3382591"/>
              <a:gd name="connsiteX177" fmla="*/ 3759200 w 5689600"/>
              <a:gd name="connsiteY177" fmla="*/ 1914009 h 3382591"/>
              <a:gd name="connsiteX178" fmla="*/ 3796145 w 5689600"/>
              <a:gd name="connsiteY178" fmla="*/ 1904773 h 3382591"/>
              <a:gd name="connsiteX179" fmla="*/ 3823854 w 5689600"/>
              <a:gd name="connsiteY179" fmla="*/ 1886300 h 3382591"/>
              <a:gd name="connsiteX180" fmla="*/ 3870036 w 5689600"/>
              <a:gd name="connsiteY180" fmla="*/ 1858591 h 3382591"/>
              <a:gd name="connsiteX181" fmla="*/ 3953163 w 5689600"/>
              <a:gd name="connsiteY181" fmla="*/ 1803173 h 3382591"/>
              <a:gd name="connsiteX182" fmla="*/ 4008581 w 5689600"/>
              <a:gd name="connsiteY182" fmla="*/ 1747755 h 3382591"/>
              <a:gd name="connsiteX183" fmla="*/ 4036290 w 5689600"/>
              <a:gd name="connsiteY183" fmla="*/ 1710809 h 3382591"/>
              <a:gd name="connsiteX184" fmla="*/ 4027054 w 5689600"/>
              <a:gd name="connsiteY184" fmla="*/ 1544555 h 3382591"/>
              <a:gd name="connsiteX185" fmla="*/ 3980872 w 5689600"/>
              <a:gd name="connsiteY185" fmla="*/ 1489136 h 3382591"/>
              <a:gd name="connsiteX186" fmla="*/ 3906981 w 5689600"/>
              <a:gd name="connsiteY186" fmla="*/ 1406009 h 3382591"/>
              <a:gd name="connsiteX187" fmla="*/ 3833090 w 5689600"/>
              <a:gd name="connsiteY187" fmla="*/ 1359827 h 3382591"/>
              <a:gd name="connsiteX188" fmla="*/ 3805381 w 5689600"/>
              <a:gd name="connsiteY188" fmla="*/ 1332118 h 3382591"/>
              <a:gd name="connsiteX189" fmla="*/ 3759200 w 5689600"/>
              <a:gd name="connsiteY189" fmla="*/ 1267464 h 3382591"/>
              <a:gd name="connsiteX190" fmla="*/ 3546763 w 5689600"/>
              <a:gd name="connsiteY190" fmla="*/ 1138155 h 3382591"/>
              <a:gd name="connsiteX191" fmla="*/ 3454400 w 5689600"/>
              <a:gd name="connsiteY191" fmla="*/ 1027318 h 3382591"/>
              <a:gd name="connsiteX192" fmla="*/ 3417454 w 5689600"/>
              <a:gd name="connsiteY192" fmla="*/ 981136 h 3382591"/>
              <a:gd name="connsiteX193" fmla="*/ 3398981 w 5689600"/>
              <a:gd name="connsiteY193" fmla="*/ 953427 h 3382591"/>
              <a:gd name="connsiteX194" fmla="*/ 3334327 w 5689600"/>
              <a:gd name="connsiteY194" fmla="*/ 898009 h 3382591"/>
              <a:gd name="connsiteX195" fmla="*/ 3260436 w 5689600"/>
              <a:gd name="connsiteY195" fmla="*/ 824118 h 3382591"/>
              <a:gd name="connsiteX196" fmla="*/ 3214254 w 5689600"/>
              <a:gd name="connsiteY196" fmla="*/ 759464 h 3382591"/>
              <a:gd name="connsiteX197" fmla="*/ 3205018 w 5689600"/>
              <a:gd name="connsiteY197" fmla="*/ 731755 h 3382591"/>
              <a:gd name="connsiteX198" fmla="*/ 3131127 w 5689600"/>
              <a:gd name="connsiteY198" fmla="*/ 648627 h 3382591"/>
              <a:gd name="connsiteX199" fmla="*/ 3075709 w 5689600"/>
              <a:gd name="connsiteY199" fmla="*/ 547027 h 3382591"/>
              <a:gd name="connsiteX200" fmla="*/ 3029527 w 5689600"/>
              <a:gd name="connsiteY200" fmla="*/ 445427 h 3382591"/>
              <a:gd name="connsiteX201" fmla="*/ 2992581 w 5689600"/>
              <a:gd name="connsiteY201" fmla="*/ 408482 h 3382591"/>
              <a:gd name="connsiteX202" fmla="*/ 2974109 w 5689600"/>
              <a:gd name="connsiteY202" fmla="*/ 371536 h 3382591"/>
              <a:gd name="connsiteX203" fmla="*/ 2955636 w 5689600"/>
              <a:gd name="connsiteY203" fmla="*/ 343827 h 3382591"/>
              <a:gd name="connsiteX204" fmla="*/ 2946400 w 5689600"/>
              <a:gd name="connsiteY204" fmla="*/ 316118 h 3382591"/>
              <a:gd name="connsiteX205" fmla="*/ 2909454 w 5689600"/>
              <a:gd name="connsiteY205" fmla="*/ 260700 h 3382591"/>
              <a:gd name="connsiteX206" fmla="*/ 2872509 w 5689600"/>
              <a:gd name="connsiteY206" fmla="*/ 186809 h 3382591"/>
              <a:gd name="connsiteX207" fmla="*/ 2835563 w 5689600"/>
              <a:gd name="connsiteY207" fmla="*/ 103682 h 3382591"/>
              <a:gd name="connsiteX208" fmla="*/ 2817090 w 5689600"/>
              <a:gd name="connsiteY208" fmla="*/ 39027 h 3382591"/>
              <a:gd name="connsiteX209" fmla="*/ 2798618 w 5689600"/>
              <a:gd name="connsiteY209" fmla="*/ 2082 h 3382591"/>
              <a:gd name="connsiteX210" fmla="*/ 2854036 w 5689600"/>
              <a:gd name="connsiteY210" fmla="*/ 20555 h 3382591"/>
              <a:gd name="connsiteX211" fmla="*/ 2946400 w 5689600"/>
              <a:gd name="connsiteY211" fmla="*/ 85209 h 3382591"/>
              <a:gd name="connsiteX212" fmla="*/ 3048000 w 5689600"/>
              <a:gd name="connsiteY212" fmla="*/ 131391 h 3382591"/>
              <a:gd name="connsiteX213" fmla="*/ 3084945 w 5689600"/>
              <a:gd name="connsiteY213" fmla="*/ 140627 h 3382591"/>
              <a:gd name="connsiteX214" fmla="*/ 3241963 w 5689600"/>
              <a:gd name="connsiteY214" fmla="*/ 177573 h 3382591"/>
              <a:gd name="connsiteX215" fmla="*/ 3269672 w 5689600"/>
              <a:gd name="connsiteY215" fmla="*/ 186809 h 3382591"/>
              <a:gd name="connsiteX216" fmla="*/ 3666836 w 5689600"/>
              <a:gd name="connsiteY216" fmla="*/ 177573 h 3382591"/>
              <a:gd name="connsiteX217" fmla="*/ 3694545 w 5689600"/>
              <a:gd name="connsiteY217" fmla="*/ 168336 h 3382591"/>
              <a:gd name="connsiteX218" fmla="*/ 3740727 w 5689600"/>
              <a:gd name="connsiteY218" fmla="*/ 149864 h 3382591"/>
              <a:gd name="connsiteX219" fmla="*/ 3823854 w 5689600"/>
              <a:gd name="connsiteY219" fmla="*/ 112918 h 3382591"/>
              <a:gd name="connsiteX220" fmla="*/ 3888509 w 5689600"/>
              <a:gd name="connsiteY220" fmla="*/ 94445 h 3382591"/>
              <a:gd name="connsiteX221" fmla="*/ 3943927 w 5689600"/>
              <a:gd name="connsiteY221" fmla="*/ 75973 h 3382591"/>
              <a:gd name="connsiteX222" fmla="*/ 4110181 w 5689600"/>
              <a:gd name="connsiteY222" fmla="*/ 57500 h 3382591"/>
              <a:gd name="connsiteX223" fmla="*/ 4221018 w 5689600"/>
              <a:gd name="connsiteY223" fmla="*/ 66736 h 3382591"/>
              <a:gd name="connsiteX224" fmla="*/ 4276436 w 5689600"/>
              <a:gd name="connsiteY224" fmla="*/ 75973 h 3382591"/>
              <a:gd name="connsiteX225" fmla="*/ 4461163 w 5689600"/>
              <a:gd name="connsiteY225" fmla="*/ 66736 h 3382591"/>
              <a:gd name="connsiteX226" fmla="*/ 4525818 w 5689600"/>
              <a:gd name="connsiteY226" fmla="*/ 57500 h 3382591"/>
              <a:gd name="connsiteX227" fmla="*/ 4581236 w 5689600"/>
              <a:gd name="connsiteY227" fmla="*/ 48264 h 3382591"/>
              <a:gd name="connsiteX228" fmla="*/ 4719781 w 5689600"/>
              <a:gd name="connsiteY228" fmla="*/ 57500 h 3382591"/>
              <a:gd name="connsiteX229" fmla="*/ 4682836 w 5689600"/>
              <a:gd name="connsiteY229" fmla="*/ 140627 h 3382591"/>
              <a:gd name="connsiteX230" fmla="*/ 4664363 w 5689600"/>
              <a:gd name="connsiteY230" fmla="*/ 232991 h 3382591"/>
              <a:gd name="connsiteX231" fmla="*/ 4710545 w 5689600"/>
              <a:gd name="connsiteY231" fmla="*/ 316118 h 3382591"/>
              <a:gd name="connsiteX232" fmla="*/ 4895272 w 5689600"/>
              <a:gd name="connsiteY232" fmla="*/ 353064 h 3382591"/>
              <a:gd name="connsiteX233" fmla="*/ 4922981 w 5689600"/>
              <a:gd name="connsiteY233" fmla="*/ 380773 h 3382591"/>
              <a:gd name="connsiteX234" fmla="*/ 4950690 w 5689600"/>
              <a:gd name="connsiteY234" fmla="*/ 417718 h 3382591"/>
              <a:gd name="connsiteX235" fmla="*/ 4978400 w 5689600"/>
              <a:gd name="connsiteY235" fmla="*/ 436191 h 3382591"/>
              <a:gd name="connsiteX236" fmla="*/ 4996872 w 5689600"/>
              <a:gd name="connsiteY236" fmla="*/ 473136 h 3382591"/>
              <a:gd name="connsiteX237" fmla="*/ 5006109 w 5689600"/>
              <a:gd name="connsiteY237" fmla="*/ 500845 h 3382591"/>
              <a:gd name="connsiteX238" fmla="*/ 5080000 w 5689600"/>
              <a:gd name="connsiteY238" fmla="*/ 537791 h 3382591"/>
              <a:gd name="connsiteX239" fmla="*/ 5153890 w 5689600"/>
              <a:gd name="connsiteY239" fmla="*/ 491609 h 3382591"/>
              <a:gd name="connsiteX240" fmla="*/ 5209309 w 5689600"/>
              <a:gd name="connsiteY240" fmla="*/ 473136 h 3382591"/>
              <a:gd name="connsiteX241" fmla="*/ 5227781 w 5689600"/>
              <a:gd name="connsiteY241" fmla="*/ 565500 h 3382591"/>
              <a:gd name="connsiteX242" fmla="*/ 5246254 w 5689600"/>
              <a:gd name="connsiteY242" fmla="*/ 667100 h 3382591"/>
              <a:gd name="connsiteX243" fmla="*/ 5246254 w 5689600"/>
              <a:gd name="connsiteY243" fmla="*/ 916482 h 3382591"/>
              <a:gd name="connsiteX244" fmla="*/ 5227781 w 5689600"/>
              <a:gd name="connsiteY244" fmla="*/ 962664 h 3382591"/>
              <a:gd name="connsiteX245" fmla="*/ 5218545 w 5689600"/>
              <a:gd name="connsiteY245" fmla="*/ 990373 h 3382591"/>
              <a:gd name="connsiteX246" fmla="*/ 5135418 w 5689600"/>
              <a:gd name="connsiteY246" fmla="*/ 1073500 h 3382591"/>
              <a:gd name="connsiteX247" fmla="*/ 5116945 w 5689600"/>
              <a:gd name="connsiteY247" fmla="*/ 1239755 h 3382591"/>
              <a:gd name="connsiteX248" fmla="*/ 5107709 w 5689600"/>
              <a:gd name="connsiteY248" fmla="*/ 1304409 h 3382591"/>
              <a:gd name="connsiteX249" fmla="*/ 5089236 w 5689600"/>
              <a:gd name="connsiteY249" fmla="*/ 1332118 h 3382591"/>
              <a:gd name="connsiteX250" fmla="*/ 5080000 w 5689600"/>
              <a:gd name="connsiteY250" fmla="*/ 1359827 h 3382591"/>
              <a:gd name="connsiteX251" fmla="*/ 5098472 w 5689600"/>
              <a:gd name="connsiteY251" fmla="*/ 1470664 h 3382591"/>
              <a:gd name="connsiteX252" fmla="*/ 5107709 w 5689600"/>
              <a:gd name="connsiteY252" fmla="*/ 1553791 h 3382591"/>
              <a:gd name="connsiteX253" fmla="*/ 5144654 w 5689600"/>
              <a:gd name="connsiteY253" fmla="*/ 1636918 h 3382591"/>
              <a:gd name="connsiteX254" fmla="*/ 5163127 w 5689600"/>
              <a:gd name="connsiteY254" fmla="*/ 1683100 h 3382591"/>
              <a:gd name="connsiteX255" fmla="*/ 5172363 w 5689600"/>
              <a:gd name="connsiteY255" fmla="*/ 1738518 h 3382591"/>
              <a:gd name="connsiteX256" fmla="*/ 5181600 w 5689600"/>
              <a:gd name="connsiteY256" fmla="*/ 1830882 h 3382591"/>
              <a:gd name="connsiteX257" fmla="*/ 5209309 w 5689600"/>
              <a:gd name="connsiteY257" fmla="*/ 1867827 h 3382591"/>
              <a:gd name="connsiteX258" fmla="*/ 5264727 w 5689600"/>
              <a:gd name="connsiteY258" fmla="*/ 1950955 h 3382591"/>
              <a:gd name="connsiteX259" fmla="*/ 5273963 w 5689600"/>
              <a:gd name="connsiteY259" fmla="*/ 1997136 h 3382591"/>
              <a:gd name="connsiteX260" fmla="*/ 5310909 w 5689600"/>
              <a:gd name="connsiteY260" fmla="*/ 2043318 h 3382591"/>
              <a:gd name="connsiteX261" fmla="*/ 5329381 w 5689600"/>
              <a:gd name="connsiteY261" fmla="*/ 2080264 h 3382591"/>
              <a:gd name="connsiteX262" fmla="*/ 5347854 w 5689600"/>
              <a:gd name="connsiteY262" fmla="*/ 2107973 h 3382591"/>
              <a:gd name="connsiteX263" fmla="*/ 5366327 w 5689600"/>
              <a:gd name="connsiteY263" fmla="*/ 2181864 h 3382591"/>
              <a:gd name="connsiteX264" fmla="*/ 5394036 w 5689600"/>
              <a:gd name="connsiteY264" fmla="*/ 2209573 h 3382591"/>
              <a:gd name="connsiteX265" fmla="*/ 5421745 w 5689600"/>
              <a:gd name="connsiteY265" fmla="*/ 2218809 h 3382591"/>
              <a:gd name="connsiteX266" fmla="*/ 5458690 w 5689600"/>
              <a:gd name="connsiteY266" fmla="*/ 2237282 h 3382591"/>
              <a:gd name="connsiteX267" fmla="*/ 5421745 w 5689600"/>
              <a:gd name="connsiteY267" fmla="*/ 2301936 h 3382591"/>
              <a:gd name="connsiteX268" fmla="*/ 5384800 w 5689600"/>
              <a:gd name="connsiteY268" fmla="*/ 2477427 h 3382591"/>
              <a:gd name="connsiteX269" fmla="*/ 5338618 w 5689600"/>
              <a:gd name="connsiteY269" fmla="*/ 2532845 h 3382591"/>
              <a:gd name="connsiteX270" fmla="*/ 5301672 w 5689600"/>
              <a:gd name="connsiteY270" fmla="*/ 2615973 h 3382591"/>
              <a:gd name="connsiteX271" fmla="*/ 5292436 w 5689600"/>
              <a:gd name="connsiteY271" fmla="*/ 2671391 h 3382591"/>
              <a:gd name="connsiteX272" fmla="*/ 5273963 w 5689600"/>
              <a:gd name="connsiteY272" fmla="*/ 2699100 h 3382591"/>
              <a:gd name="connsiteX273" fmla="*/ 5255490 w 5689600"/>
              <a:gd name="connsiteY273" fmla="*/ 2736045 h 3382591"/>
              <a:gd name="connsiteX274" fmla="*/ 5190836 w 5689600"/>
              <a:gd name="connsiteY274" fmla="*/ 2828409 h 3382591"/>
              <a:gd name="connsiteX275" fmla="*/ 5153890 w 5689600"/>
              <a:gd name="connsiteY275" fmla="*/ 2856118 h 3382591"/>
              <a:gd name="connsiteX276" fmla="*/ 5172363 w 5689600"/>
              <a:gd name="connsiteY276" fmla="*/ 2966955 h 3382591"/>
              <a:gd name="connsiteX277" fmla="*/ 5338618 w 5689600"/>
              <a:gd name="connsiteY277" fmla="*/ 2948482 h 3382591"/>
              <a:gd name="connsiteX278" fmla="*/ 5634181 w 5689600"/>
              <a:gd name="connsiteY278" fmla="*/ 2957718 h 3382591"/>
              <a:gd name="connsiteX279" fmla="*/ 5689600 w 5689600"/>
              <a:gd name="connsiteY279" fmla="*/ 2966955 h 3382591"/>
              <a:gd name="connsiteX280" fmla="*/ 5634181 w 5689600"/>
              <a:gd name="connsiteY280" fmla="*/ 2976191 h 3382591"/>
              <a:gd name="connsiteX281" fmla="*/ 5588000 w 5689600"/>
              <a:gd name="connsiteY281" fmla="*/ 2994664 h 3382591"/>
              <a:gd name="connsiteX282" fmla="*/ 5523345 w 5689600"/>
              <a:gd name="connsiteY282" fmla="*/ 3013136 h 3382591"/>
              <a:gd name="connsiteX283" fmla="*/ 5430981 w 5689600"/>
              <a:gd name="connsiteY283" fmla="*/ 3031609 h 3382591"/>
              <a:gd name="connsiteX284" fmla="*/ 5292436 w 5689600"/>
              <a:gd name="connsiteY284" fmla="*/ 3068555 h 3382591"/>
              <a:gd name="connsiteX285" fmla="*/ 5043054 w 5689600"/>
              <a:gd name="connsiteY285" fmla="*/ 3059318 h 3382591"/>
              <a:gd name="connsiteX286" fmla="*/ 5006109 w 5689600"/>
              <a:gd name="connsiteY286" fmla="*/ 3040845 h 3382591"/>
              <a:gd name="connsiteX287" fmla="*/ 4867563 w 5689600"/>
              <a:gd name="connsiteY287" fmla="*/ 2994664 h 3382591"/>
              <a:gd name="connsiteX288" fmla="*/ 4765963 w 5689600"/>
              <a:gd name="connsiteY288" fmla="*/ 2966955 h 3382591"/>
              <a:gd name="connsiteX289" fmla="*/ 4627418 w 5689600"/>
              <a:gd name="connsiteY289" fmla="*/ 2939245 h 3382591"/>
              <a:gd name="connsiteX290" fmla="*/ 4525818 w 5689600"/>
              <a:gd name="connsiteY290" fmla="*/ 2893064 h 3382591"/>
              <a:gd name="connsiteX291" fmla="*/ 4424218 w 5689600"/>
              <a:gd name="connsiteY291" fmla="*/ 2837645 h 3382591"/>
              <a:gd name="connsiteX292" fmla="*/ 4396509 w 5689600"/>
              <a:gd name="connsiteY292" fmla="*/ 2809936 h 3382591"/>
              <a:gd name="connsiteX293" fmla="*/ 4267200 w 5689600"/>
              <a:gd name="connsiteY293" fmla="*/ 2726809 h 3382591"/>
              <a:gd name="connsiteX294" fmla="*/ 4202545 w 5689600"/>
              <a:gd name="connsiteY294" fmla="*/ 2662155 h 3382591"/>
              <a:gd name="connsiteX295" fmla="*/ 4091709 w 5689600"/>
              <a:gd name="connsiteY295" fmla="*/ 2560555 h 3382591"/>
              <a:gd name="connsiteX296" fmla="*/ 4054763 w 5689600"/>
              <a:gd name="connsiteY296" fmla="*/ 2514373 h 3382591"/>
              <a:gd name="connsiteX297" fmla="*/ 4008581 w 5689600"/>
              <a:gd name="connsiteY297" fmla="*/ 2431245 h 3382591"/>
              <a:gd name="connsiteX298" fmla="*/ 3925454 w 5689600"/>
              <a:gd name="connsiteY298" fmla="*/ 2375827 h 3382591"/>
              <a:gd name="connsiteX299" fmla="*/ 3833090 w 5689600"/>
              <a:gd name="connsiteY299" fmla="*/ 2385064 h 3382591"/>
              <a:gd name="connsiteX300" fmla="*/ 3842327 w 5689600"/>
              <a:gd name="connsiteY300" fmla="*/ 2412773 h 3382591"/>
              <a:gd name="connsiteX301" fmla="*/ 3860800 w 5689600"/>
              <a:gd name="connsiteY301" fmla="*/ 2477427 h 3382591"/>
              <a:gd name="connsiteX302" fmla="*/ 3870036 w 5689600"/>
              <a:gd name="connsiteY302" fmla="*/ 2652918 h 3382591"/>
              <a:gd name="connsiteX303" fmla="*/ 3879272 w 5689600"/>
              <a:gd name="connsiteY303" fmla="*/ 2745282 h 3382591"/>
              <a:gd name="connsiteX304" fmla="*/ 3870036 w 5689600"/>
              <a:gd name="connsiteY304" fmla="*/ 2966955 h 3382591"/>
              <a:gd name="connsiteX305" fmla="*/ 3860800 w 5689600"/>
              <a:gd name="connsiteY305" fmla="*/ 3050082 h 3382591"/>
              <a:gd name="connsiteX306" fmla="*/ 3842327 w 5689600"/>
              <a:gd name="connsiteY306" fmla="*/ 3114736 h 3382591"/>
              <a:gd name="connsiteX307" fmla="*/ 3823854 w 5689600"/>
              <a:gd name="connsiteY307" fmla="*/ 3280991 h 3382591"/>
              <a:gd name="connsiteX308" fmla="*/ 3777672 w 5689600"/>
              <a:gd name="connsiteY308" fmla="*/ 3364118 h 3382591"/>
              <a:gd name="connsiteX309" fmla="*/ 3768436 w 5689600"/>
              <a:gd name="connsiteY309" fmla="*/ 3382591 h 3382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Lst>
            <a:rect l="l" t="t" r="r" b="b"/>
            <a:pathLst>
              <a:path w="5689600" h="3382591" extrusionOk="0">
                <a:moveTo>
                  <a:pt x="1634836" y="500845"/>
                </a:moveTo>
                <a:cubicBezTo>
                  <a:pt x="1620071" y="516285"/>
                  <a:pt x="1604709" y="535499"/>
                  <a:pt x="1588654" y="547027"/>
                </a:cubicBezTo>
                <a:cubicBezTo>
                  <a:pt x="1549931" y="580016"/>
                  <a:pt x="1514199" y="598682"/>
                  <a:pt x="1468581" y="611682"/>
                </a:cubicBezTo>
                <a:cubicBezTo>
                  <a:pt x="1433196" y="616290"/>
                  <a:pt x="1402351" y="625252"/>
                  <a:pt x="1366981" y="639391"/>
                </a:cubicBezTo>
                <a:cubicBezTo>
                  <a:pt x="1350763" y="643902"/>
                  <a:pt x="1336837" y="651376"/>
                  <a:pt x="1320800" y="657864"/>
                </a:cubicBezTo>
                <a:cubicBezTo>
                  <a:pt x="1307676" y="663330"/>
                  <a:pt x="1296085" y="671690"/>
                  <a:pt x="1283854" y="676336"/>
                </a:cubicBezTo>
                <a:cubicBezTo>
                  <a:pt x="1265451" y="681856"/>
                  <a:pt x="1249702" y="684666"/>
                  <a:pt x="1228436" y="685573"/>
                </a:cubicBezTo>
                <a:cubicBezTo>
                  <a:pt x="1180248" y="682852"/>
                  <a:pt x="1040842" y="729725"/>
                  <a:pt x="1006763" y="648627"/>
                </a:cubicBezTo>
                <a:cubicBezTo>
                  <a:pt x="999375" y="638963"/>
                  <a:pt x="999538" y="622624"/>
                  <a:pt x="997527" y="611682"/>
                </a:cubicBezTo>
                <a:cubicBezTo>
                  <a:pt x="990853" y="593476"/>
                  <a:pt x="989554" y="575899"/>
                  <a:pt x="988290" y="556264"/>
                </a:cubicBezTo>
                <a:cubicBezTo>
                  <a:pt x="985533" y="472604"/>
                  <a:pt x="1004371" y="400079"/>
                  <a:pt x="979054" y="325355"/>
                </a:cubicBezTo>
                <a:cubicBezTo>
                  <a:pt x="961463" y="266597"/>
                  <a:pt x="910283" y="220660"/>
                  <a:pt x="868218" y="177573"/>
                </a:cubicBezTo>
                <a:cubicBezTo>
                  <a:pt x="845408" y="138156"/>
                  <a:pt x="784533" y="104383"/>
                  <a:pt x="775854" y="85209"/>
                </a:cubicBezTo>
                <a:cubicBezTo>
                  <a:pt x="678831" y="75709"/>
                  <a:pt x="584105" y="85052"/>
                  <a:pt x="489527" y="103682"/>
                </a:cubicBezTo>
                <a:cubicBezTo>
                  <a:pt x="452734" y="110271"/>
                  <a:pt x="430721" y="135205"/>
                  <a:pt x="406400" y="149864"/>
                </a:cubicBezTo>
                <a:cubicBezTo>
                  <a:pt x="395993" y="155216"/>
                  <a:pt x="379924" y="159302"/>
                  <a:pt x="369454" y="168336"/>
                </a:cubicBezTo>
                <a:cubicBezTo>
                  <a:pt x="347465" y="181539"/>
                  <a:pt x="311825" y="210583"/>
                  <a:pt x="295563" y="223755"/>
                </a:cubicBezTo>
                <a:cubicBezTo>
                  <a:pt x="287793" y="231182"/>
                  <a:pt x="274944" y="241629"/>
                  <a:pt x="267854" y="251464"/>
                </a:cubicBezTo>
                <a:cubicBezTo>
                  <a:pt x="261978" y="259762"/>
                  <a:pt x="257134" y="270912"/>
                  <a:pt x="249381" y="279173"/>
                </a:cubicBezTo>
                <a:cubicBezTo>
                  <a:pt x="229238" y="384877"/>
                  <a:pt x="271387" y="283644"/>
                  <a:pt x="212436" y="408482"/>
                </a:cubicBezTo>
                <a:cubicBezTo>
                  <a:pt x="206516" y="428024"/>
                  <a:pt x="197551" y="506222"/>
                  <a:pt x="193963" y="519318"/>
                </a:cubicBezTo>
                <a:cubicBezTo>
                  <a:pt x="186415" y="650534"/>
                  <a:pt x="191964" y="627893"/>
                  <a:pt x="175490" y="722518"/>
                </a:cubicBezTo>
                <a:cubicBezTo>
                  <a:pt x="171541" y="738847"/>
                  <a:pt x="174452" y="754866"/>
                  <a:pt x="166254" y="768700"/>
                </a:cubicBezTo>
                <a:cubicBezTo>
                  <a:pt x="152933" y="806442"/>
                  <a:pt x="120072" y="879535"/>
                  <a:pt x="120072" y="879536"/>
                </a:cubicBezTo>
                <a:cubicBezTo>
                  <a:pt x="119038" y="902748"/>
                  <a:pt x="114278" y="926755"/>
                  <a:pt x="110836" y="953427"/>
                </a:cubicBezTo>
                <a:cubicBezTo>
                  <a:pt x="107939" y="967596"/>
                  <a:pt x="101580" y="984230"/>
                  <a:pt x="101600" y="999609"/>
                </a:cubicBezTo>
                <a:cubicBezTo>
                  <a:pt x="102349" y="1061248"/>
                  <a:pt x="155968" y="1065606"/>
                  <a:pt x="193963" y="1101209"/>
                </a:cubicBezTo>
                <a:cubicBezTo>
                  <a:pt x="266079" y="1151197"/>
                  <a:pt x="246765" y="1143444"/>
                  <a:pt x="314036" y="1156627"/>
                </a:cubicBezTo>
                <a:cubicBezTo>
                  <a:pt x="318947" y="1165537"/>
                  <a:pt x="317052" y="1176331"/>
                  <a:pt x="323272" y="1184336"/>
                </a:cubicBezTo>
                <a:cubicBezTo>
                  <a:pt x="340052" y="1213102"/>
                  <a:pt x="378690" y="1267464"/>
                  <a:pt x="378690" y="1267464"/>
                </a:cubicBezTo>
                <a:cubicBezTo>
                  <a:pt x="382208" y="1286846"/>
                  <a:pt x="382793" y="1301848"/>
                  <a:pt x="387927" y="1322882"/>
                </a:cubicBezTo>
                <a:cubicBezTo>
                  <a:pt x="390425" y="1335654"/>
                  <a:pt x="395623" y="1345971"/>
                  <a:pt x="397163" y="1359827"/>
                </a:cubicBezTo>
                <a:cubicBezTo>
                  <a:pt x="398755" y="1395024"/>
                  <a:pt x="387320" y="1420513"/>
                  <a:pt x="387927" y="1452191"/>
                </a:cubicBezTo>
                <a:cubicBezTo>
                  <a:pt x="389096" y="1477210"/>
                  <a:pt x="383255" y="1517610"/>
                  <a:pt x="406400" y="1535318"/>
                </a:cubicBezTo>
                <a:cubicBezTo>
                  <a:pt x="420436" y="1549762"/>
                  <a:pt x="445715" y="1543156"/>
                  <a:pt x="471054" y="1544555"/>
                </a:cubicBezTo>
                <a:cubicBezTo>
                  <a:pt x="534667" y="1537683"/>
                  <a:pt x="597662" y="1548348"/>
                  <a:pt x="655781" y="1535318"/>
                </a:cubicBezTo>
                <a:cubicBezTo>
                  <a:pt x="670331" y="1539919"/>
                  <a:pt x="702523" y="1546442"/>
                  <a:pt x="711200" y="1563027"/>
                </a:cubicBezTo>
                <a:cubicBezTo>
                  <a:pt x="719541" y="1577295"/>
                  <a:pt x="716393" y="1593909"/>
                  <a:pt x="720436" y="1609209"/>
                </a:cubicBezTo>
                <a:cubicBezTo>
                  <a:pt x="722545" y="1618583"/>
                  <a:pt x="726096" y="1626581"/>
                  <a:pt x="729672" y="1636918"/>
                </a:cubicBezTo>
                <a:cubicBezTo>
                  <a:pt x="745927" y="1633502"/>
                  <a:pt x="760877" y="1634141"/>
                  <a:pt x="775854" y="1627682"/>
                </a:cubicBezTo>
                <a:cubicBezTo>
                  <a:pt x="818269" y="1614271"/>
                  <a:pt x="833316" y="1597942"/>
                  <a:pt x="868218" y="1572264"/>
                </a:cubicBezTo>
                <a:cubicBezTo>
                  <a:pt x="884520" y="1554657"/>
                  <a:pt x="932936" y="1521516"/>
                  <a:pt x="951345" y="1498373"/>
                </a:cubicBezTo>
                <a:cubicBezTo>
                  <a:pt x="959186" y="1491354"/>
                  <a:pt x="963700" y="1480769"/>
                  <a:pt x="969818" y="1470664"/>
                </a:cubicBezTo>
                <a:cubicBezTo>
                  <a:pt x="987272" y="1440121"/>
                  <a:pt x="1005456" y="1419938"/>
                  <a:pt x="1025236" y="1396773"/>
                </a:cubicBezTo>
                <a:cubicBezTo>
                  <a:pt x="1032720" y="1386520"/>
                  <a:pt x="1048178" y="1374315"/>
                  <a:pt x="1052945" y="1359827"/>
                </a:cubicBezTo>
                <a:cubicBezTo>
                  <a:pt x="1059427" y="1343133"/>
                  <a:pt x="1067085" y="1328969"/>
                  <a:pt x="1071418" y="1313645"/>
                </a:cubicBezTo>
                <a:cubicBezTo>
                  <a:pt x="1080672" y="1288519"/>
                  <a:pt x="1077017" y="1275242"/>
                  <a:pt x="1108363" y="1258227"/>
                </a:cubicBezTo>
                <a:cubicBezTo>
                  <a:pt x="1123228" y="1250216"/>
                  <a:pt x="1140523" y="1251930"/>
                  <a:pt x="1154545" y="1248991"/>
                </a:cubicBezTo>
                <a:cubicBezTo>
                  <a:pt x="1204683" y="1254421"/>
                  <a:pt x="1380068" y="1268616"/>
                  <a:pt x="1422400" y="1267464"/>
                </a:cubicBezTo>
                <a:cubicBezTo>
                  <a:pt x="1443340" y="1269890"/>
                  <a:pt x="1463932" y="1276682"/>
                  <a:pt x="1487054" y="1276700"/>
                </a:cubicBezTo>
                <a:cubicBezTo>
                  <a:pt x="1544894" y="1279456"/>
                  <a:pt x="1637084" y="1269382"/>
                  <a:pt x="1699490" y="1258227"/>
                </a:cubicBezTo>
                <a:cubicBezTo>
                  <a:pt x="1721818" y="1255167"/>
                  <a:pt x="1743817" y="1248068"/>
                  <a:pt x="1764145" y="1239755"/>
                </a:cubicBezTo>
                <a:cubicBezTo>
                  <a:pt x="1775800" y="1235122"/>
                  <a:pt x="1788493" y="1226464"/>
                  <a:pt x="1801090" y="1221282"/>
                </a:cubicBezTo>
                <a:cubicBezTo>
                  <a:pt x="1816519" y="1213561"/>
                  <a:pt x="1832978" y="1206268"/>
                  <a:pt x="1847272" y="1193573"/>
                </a:cubicBezTo>
                <a:cubicBezTo>
                  <a:pt x="1862599" y="1181461"/>
                  <a:pt x="1882518" y="1167034"/>
                  <a:pt x="1902690" y="1156627"/>
                </a:cubicBezTo>
                <a:cubicBezTo>
                  <a:pt x="1910582" y="1153237"/>
                  <a:pt x="1922149" y="1153174"/>
                  <a:pt x="1930400" y="1147391"/>
                </a:cubicBezTo>
                <a:cubicBezTo>
                  <a:pt x="1964285" y="1127270"/>
                  <a:pt x="1990615" y="1111815"/>
                  <a:pt x="2022763" y="1101209"/>
                </a:cubicBezTo>
                <a:cubicBezTo>
                  <a:pt x="2075230" y="1071992"/>
                  <a:pt x="2046579" y="1086312"/>
                  <a:pt x="2115127" y="1045791"/>
                </a:cubicBezTo>
                <a:cubicBezTo>
                  <a:pt x="2122615" y="1038676"/>
                  <a:pt x="2138562" y="1033081"/>
                  <a:pt x="2142836" y="1027318"/>
                </a:cubicBezTo>
                <a:cubicBezTo>
                  <a:pt x="2178628" y="984189"/>
                  <a:pt x="2147077" y="1010469"/>
                  <a:pt x="2189018" y="990373"/>
                </a:cubicBezTo>
                <a:cubicBezTo>
                  <a:pt x="2207558" y="982552"/>
                  <a:pt x="2220245" y="967775"/>
                  <a:pt x="2235200" y="962664"/>
                </a:cubicBezTo>
                <a:cubicBezTo>
                  <a:pt x="2250658" y="955225"/>
                  <a:pt x="2286021" y="946226"/>
                  <a:pt x="2299854" y="944191"/>
                </a:cubicBezTo>
                <a:cubicBezTo>
                  <a:pt x="2309764" y="941912"/>
                  <a:pt x="2319142" y="939132"/>
                  <a:pt x="2327563" y="934955"/>
                </a:cubicBezTo>
                <a:cubicBezTo>
                  <a:pt x="2336632" y="940984"/>
                  <a:pt x="2349442" y="946235"/>
                  <a:pt x="2355272" y="953427"/>
                </a:cubicBezTo>
                <a:cubicBezTo>
                  <a:pt x="2373732" y="974807"/>
                  <a:pt x="2372174" y="997611"/>
                  <a:pt x="2382981" y="1018082"/>
                </a:cubicBezTo>
                <a:cubicBezTo>
                  <a:pt x="2388238" y="1032517"/>
                  <a:pt x="2395526" y="1042549"/>
                  <a:pt x="2401454" y="1055027"/>
                </a:cubicBezTo>
                <a:cubicBezTo>
                  <a:pt x="2402950" y="1133890"/>
                  <a:pt x="2443206" y="1228559"/>
                  <a:pt x="2364509" y="1267464"/>
                </a:cubicBezTo>
                <a:cubicBezTo>
                  <a:pt x="2356979" y="1273801"/>
                  <a:pt x="2346027" y="1273346"/>
                  <a:pt x="2336800" y="1276700"/>
                </a:cubicBezTo>
                <a:cubicBezTo>
                  <a:pt x="2322055" y="1290255"/>
                  <a:pt x="2305769" y="1299704"/>
                  <a:pt x="2299854" y="1313645"/>
                </a:cubicBezTo>
                <a:cubicBezTo>
                  <a:pt x="2291476" y="1328065"/>
                  <a:pt x="2291391" y="1352635"/>
                  <a:pt x="2281381" y="1369064"/>
                </a:cubicBezTo>
                <a:cubicBezTo>
                  <a:pt x="2280419" y="1373580"/>
                  <a:pt x="2263967" y="1392818"/>
                  <a:pt x="2262909" y="1396773"/>
                </a:cubicBezTo>
                <a:cubicBezTo>
                  <a:pt x="2262784" y="1416244"/>
                  <a:pt x="2250040" y="1434253"/>
                  <a:pt x="2253672" y="1452191"/>
                </a:cubicBezTo>
                <a:cubicBezTo>
                  <a:pt x="2253030" y="1642925"/>
                  <a:pt x="2253032" y="1618883"/>
                  <a:pt x="2272145" y="1738518"/>
                </a:cubicBezTo>
                <a:cubicBezTo>
                  <a:pt x="2271275" y="1763514"/>
                  <a:pt x="2272012" y="1791691"/>
                  <a:pt x="2262909" y="1812409"/>
                </a:cubicBezTo>
                <a:cubicBezTo>
                  <a:pt x="2241945" y="1853959"/>
                  <a:pt x="2206376" y="1860179"/>
                  <a:pt x="2170545" y="1867827"/>
                </a:cubicBezTo>
                <a:cubicBezTo>
                  <a:pt x="2146842" y="1876039"/>
                  <a:pt x="2117808" y="1888511"/>
                  <a:pt x="2096654" y="1895536"/>
                </a:cubicBezTo>
                <a:cubicBezTo>
                  <a:pt x="2081423" y="1899719"/>
                  <a:pt x="2064521" y="1901920"/>
                  <a:pt x="2050472" y="1904773"/>
                </a:cubicBezTo>
                <a:cubicBezTo>
                  <a:pt x="2022368" y="1910159"/>
                  <a:pt x="1995523" y="1916590"/>
                  <a:pt x="1967345" y="1923245"/>
                </a:cubicBezTo>
                <a:cubicBezTo>
                  <a:pt x="1951032" y="1923933"/>
                  <a:pt x="1930383" y="1928125"/>
                  <a:pt x="1911927" y="1932482"/>
                </a:cubicBezTo>
                <a:cubicBezTo>
                  <a:pt x="1901839" y="1934781"/>
                  <a:pt x="1895613" y="1939865"/>
                  <a:pt x="1884218" y="1941718"/>
                </a:cubicBezTo>
                <a:cubicBezTo>
                  <a:pt x="1864986" y="1947882"/>
                  <a:pt x="1840019" y="1947393"/>
                  <a:pt x="1819563" y="1950955"/>
                </a:cubicBezTo>
                <a:cubicBezTo>
                  <a:pt x="1806394" y="1954846"/>
                  <a:pt x="1790773" y="1958247"/>
                  <a:pt x="1773381" y="1960191"/>
                </a:cubicBezTo>
                <a:cubicBezTo>
                  <a:pt x="1764754" y="1966478"/>
                  <a:pt x="1757081" y="1973096"/>
                  <a:pt x="1745672" y="1978664"/>
                </a:cubicBezTo>
                <a:cubicBezTo>
                  <a:pt x="1707563" y="2006143"/>
                  <a:pt x="1668002" y="2014242"/>
                  <a:pt x="1625600" y="2024845"/>
                </a:cubicBezTo>
                <a:cubicBezTo>
                  <a:pt x="1598530" y="2030301"/>
                  <a:pt x="1573815" y="2034428"/>
                  <a:pt x="1551709" y="2043318"/>
                </a:cubicBezTo>
                <a:cubicBezTo>
                  <a:pt x="1544277" y="2045679"/>
                  <a:pt x="1532400" y="2049854"/>
                  <a:pt x="1524000" y="2052555"/>
                </a:cubicBezTo>
                <a:cubicBezTo>
                  <a:pt x="1514741" y="2057534"/>
                  <a:pt x="1505396" y="2064664"/>
                  <a:pt x="1496290" y="2071027"/>
                </a:cubicBezTo>
                <a:cubicBezTo>
                  <a:pt x="1493360" y="2080394"/>
                  <a:pt x="1492709" y="2091230"/>
                  <a:pt x="1487054" y="2098736"/>
                </a:cubicBezTo>
                <a:cubicBezTo>
                  <a:pt x="1475845" y="2112378"/>
                  <a:pt x="1465393" y="2127942"/>
                  <a:pt x="1450109" y="2135682"/>
                </a:cubicBezTo>
                <a:cubicBezTo>
                  <a:pt x="1442816" y="2140721"/>
                  <a:pt x="1432749" y="2142520"/>
                  <a:pt x="1422400" y="2144918"/>
                </a:cubicBezTo>
                <a:cubicBezTo>
                  <a:pt x="1371701" y="2157214"/>
                  <a:pt x="1341050" y="2157918"/>
                  <a:pt x="1283854" y="2163391"/>
                </a:cubicBezTo>
                <a:cubicBezTo>
                  <a:pt x="1269918" y="2169751"/>
                  <a:pt x="1260829" y="2176267"/>
                  <a:pt x="1246909" y="2181864"/>
                </a:cubicBezTo>
                <a:cubicBezTo>
                  <a:pt x="1217171" y="2195224"/>
                  <a:pt x="1191289" y="2190896"/>
                  <a:pt x="1163781" y="2209573"/>
                </a:cubicBezTo>
                <a:cubicBezTo>
                  <a:pt x="1153598" y="2215058"/>
                  <a:pt x="1147021" y="2223347"/>
                  <a:pt x="1136072" y="2228045"/>
                </a:cubicBezTo>
                <a:cubicBezTo>
                  <a:pt x="1123953" y="2233215"/>
                  <a:pt x="1104104" y="2233089"/>
                  <a:pt x="1089890" y="2237282"/>
                </a:cubicBezTo>
                <a:cubicBezTo>
                  <a:pt x="1077323" y="2238827"/>
                  <a:pt x="1063258" y="2242424"/>
                  <a:pt x="1052945" y="2246518"/>
                </a:cubicBezTo>
                <a:cubicBezTo>
                  <a:pt x="1044292" y="2255604"/>
                  <a:pt x="1037681" y="2266865"/>
                  <a:pt x="1025236" y="2274227"/>
                </a:cubicBezTo>
                <a:cubicBezTo>
                  <a:pt x="994208" y="2293380"/>
                  <a:pt x="976015" y="2298991"/>
                  <a:pt x="942109" y="2311173"/>
                </a:cubicBezTo>
                <a:cubicBezTo>
                  <a:pt x="918683" y="2329959"/>
                  <a:pt x="896205" y="2347073"/>
                  <a:pt x="877454" y="2375827"/>
                </a:cubicBezTo>
                <a:cubicBezTo>
                  <a:pt x="869028" y="2384375"/>
                  <a:pt x="860253" y="2396012"/>
                  <a:pt x="849745" y="2403536"/>
                </a:cubicBezTo>
                <a:cubicBezTo>
                  <a:pt x="825905" y="2420232"/>
                  <a:pt x="808829" y="2438972"/>
                  <a:pt x="775854" y="2449718"/>
                </a:cubicBezTo>
                <a:cubicBezTo>
                  <a:pt x="762514" y="2453983"/>
                  <a:pt x="745037" y="2456691"/>
                  <a:pt x="729672" y="2458955"/>
                </a:cubicBezTo>
                <a:cubicBezTo>
                  <a:pt x="686072" y="2446358"/>
                  <a:pt x="649425" y="2451479"/>
                  <a:pt x="609600" y="2440482"/>
                </a:cubicBezTo>
                <a:cubicBezTo>
                  <a:pt x="582571" y="2432650"/>
                  <a:pt x="558584" y="2415183"/>
                  <a:pt x="535709" y="2403536"/>
                </a:cubicBezTo>
                <a:cubicBezTo>
                  <a:pt x="518428" y="2393035"/>
                  <a:pt x="492123" y="2383789"/>
                  <a:pt x="471054" y="2375827"/>
                </a:cubicBezTo>
                <a:cubicBezTo>
                  <a:pt x="367010" y="2300487"/>
                  <a:pt x="496458" y="2346098"/>
                  <a:pt x="323272" y="2301936"/>
                </a:cubicBezTo>
                <a:cubicBezTo>
                  <a:pt x="296895" y="2291851"/>
                  <a:pt x="255091" y="2292916"/>
                  <a:pt x="230909" y="2283464"/>
                </a:cubicBezTo>
                <a:cubicBezTo>
                  <a:pt x="97375" y="2270220"/>
                  <a:pt x="204723" y="2270151"/>
                  <a:pt x="73890" y="2255755"/>
                </a:cubicBezTo>
                <a:cubicBezTo>
                  <a:pt x="49360" y="2250016"/>
                  <a:pt x="-1952" y="2266068"/>
                  <a:pt x="0" y="2237282"/>
                </a:cubicBezTo>
                <a:cubicBezTo>
                  <a:pt x="1965" y="2210548"/>
                  <a:pt x="50279" y="2240184"/>
                  <a:pt x="73890" y="2246518"/>
                </a:cubicBezTo>
                <a:cubicBezTo>
                  <a:pt x="83795" y="2249450"/>
                  <a:pt x="91628" y="2261189"/>
                  <a:pt x="101600" y="2264991"/>
                </a:cubicBezTo>
                <a:cubicBezTo>
                  <a:pt x="118219" y="2270293"/>
                  <a:pt x="140377" y="2270903"/>
                  <a:pt x="157018" y="2274227"/>
                </a:cubicBezTo>
                <a:cubicBezTo>
                  <a:pt x="205271" y="2309488"/>
                  <a:pt x="158237" y="2257802"/>
                  <a:pt x="212436" y="2320409"/>
                </a:cubicBezTo>
                <a:cubicBezTo>
                  <a:pt x="223400" y="2329877"/>
                  <a:pt x="238581" y="2336485"/>
                  <a:pt x="249381" y="2348118"/>
                </a:cubicBezTo>
                <a:cubicBezTo>
                  <a:pt x="255913" y="2355537"/>
                  <a:pt x="260458" y="2366926"/>
                  <a:pt x="267854" y="2375827"/>
                </a:cubicBezTo>
                <a:cubicBezTo>
                  <a:pt x="297576" y="2410272"/>
                  <a:pt x="300066" y="2409394"/>
                  <a:pt x="332509" y="2431245"/>
                </a:cubicBezTo>
                <a:cubicBezTo>
                  <a:pt x="335648" y="2443398"/>
                  <a:pt x="335315" y="2458573"/>
                  <a:pt x="341745" y="2468191"/>
                </a:cubicBezTo>
                <a:cubicBezTo>
                  <a:pt x="346874" y="2477004"/>
                  <a:pt x="355197" y="2485840"/>
                  <a:pt x="360218" y="2495900"/>
                </a:cubicBezTo>
                <a:cubicBezTo>
                  <a:pt x="401925" y="2557332"/>
                  <a:pt x="354106" y="2499444"/>
                  <a:pt x="415636" y="2579027"/>
                </a:cubicBezTo>
                <a:cubicBezTo>
                  <a:pt x="430391" y="2697833"/>
                  <a:pt x="428805" y="2587991"/>
                  <a:pt x="443345" y="2699100"/>
                </a:cubicBezTo>
                <a:cubicBezTo>
                  <a:pt x="457838" y="2757482"/>
                  <a:pt x="449167" y="2749664"/>
                  <a:pt x="471054" y="2819173"/>
                </a:cubicBezTo>
                <a:cubicBezTo>
                  <a:pt x="473995" y="2835874"/>
                  <a:pt x="485221" y="2855561"/>
                  <a:pt x="489527" y="2874591"/>
                </a:cubicBezTo>
                <a:cubicBezTo>
                  <a:pt x="493852" y="2887729"/>
                  <a:pt x="497867" y="2897770"/>
                  <a:pt x="498763" y="2911536"/>
                </a:cubicBezTo>
                <a:cubicBezTo>
                  <a:pt x="506411" y="2960213"/>
                  <a:pt x="507774" y="3005718"/>
                  <a:pt x="526472" y="3040845"/>
                </a:cubicBezTo>
                <a:cubicBezTo>
                  <a:pt x="527042" y="3048312"/>
                  <a:pt x="531010" y="3056322"/>
                  <a:pt x="535709" y="3068555"/>
                </a:cubicBezTo>
                <a:cubicBezTo>
                  <a:pt x="535951" y="3095059"/>
                  <a:pt x="541145" y="3115361"/>
                  <a:pt x="544945" y="3142445"/>
                </a:cubicBezTo>
                <a:cubicBezTo>
                  <a:pt x="552984" y="3172088"/>
                  <a:pt x="549067" y="3229972"/>
                  <a:pt x="572654" y="3253282"/>
                </a:cubicBezTo>
                <a:cubicBezTo>
                  <a:pt x="578566" y="3262889"/>
                  <a:pt x="591039" y="3263367"/>
                  <a:pt x="600363" y="3271755"/>
                </a:cubicBezTo>
                <a:cubicBezTo>
                  <a:pt x="613401" y="3285612"/>
                  <a:pt x="622428" y="3300090"/>
                  <a:pt x="637309" y="3308700"/>
                </a:cubicBezTo>
                <a:cubicBezTo>
                  <a:pt x="643554" y="3312834"/>
                  <a:pt x="718351" y="3326571"/>
                  <a:pt x="720436" y="3327173"/>
                </a:cubicBezTo>
                <a:cubicBezTo>
                  <a:pt x="901497" y="3371123"/>
                  <a:pt x="720884" y="3343905"/>
                  <a:pt x="1052945" y="3354882"/>
                </a:cubicBezTo>
                <a:cubicBezTo>
                  <a:pt x="1082124" y="3357633"/>
                  <a:pt x="1105508" y="3360412"/>
                  <a:pt x="1136072" y="3364118"/>
                </a:cubicBezTo>
                <a:cubicBezTo>
                  <a:pt x="1157562" y="3370501"/>
                  <a:pt x="1175283" y="3381429"/>
                  <a:pt x="1191490" y="3382591"/>
                </a:cubicBezTo>
                <a:cubicBezTo>
                  <a:pt x="1247664" y="3378534"/>
                  <a:pt x="1308867" y="3372910"/>
                  <a:pt x="1366981" y="3364118"/>
                </a:cubicBezTo>
                <a:cubicBezTo>
                  <a:pt x="1411023" y="3356671"/>
                  <a:pt x="1434895" y="3343703"/>
                  <a:pt x="1487054" y="3336409"/>
                </a:cubicBezTo>
                <a:cubicBezTo>
                  <a:pt x="1506378" y="3331903"/>
                  <a:pt x="1524864" y="3331675"/>
                  <a:pt x="1542472" y="3327173"/>
                </a:cubicBezTo>
                <a:cubicBezTo>
                  <a:pt x="1571062" y="3321389"/>
                  <a:pt x="1579665" y="3318797"/>
                  <a:pt x="1607127" y="3308700"/>
                </a:cubicBezTo>
                <a:cubicBezTo>
                  <a:pt x="1625811" y="3297270"/>
                  <a:pt x="1639987" y="3280494"/>
                  <a:pt x="1662545" y="3271755"/>
                </a:cubicBezTo>
                <a:cubicBezTo>
                  <a:pt x="1708271" y="3249761"/>
                  <a:pt x="1698776" y="3253841"/>
                  <a:pt x="1745672" y="3225573"/>
                </a:cubicBezTo>
                <a:cubicBezTo>
                  <a:pt x="1755474" y="3219974"/>
                  <a:pt x="1764682" y="3213910"/>
                  <a:pt x="1773381" y="3207100"/>
                </a:cubicBezTo>
                <a:cubicBezTo>
                  <a:pt x="1786452" y="3197607"/>
                  <a:pt x="1795391" y="3188924"/>
                  <a:pt x="1810327" y="3179391"/>
                </a:cubicBezTo>
                <a:cubicBezTo>
                  <a:pt x="1829845" y="3166345"/>
                  <a:pt x="1863161" y="3155972"/>
                  <a:pt x="1884218" y="3142445"/>
                </a:cubicBezTo>
                <a:cubicBezTo>
                  <a:pt x="2040129" y="3001337"/>
                  <a:pt x="1847631" y="3146122"/>
                  <a:pt x="2013527" y="3050082"/>
                </a:cubicBezTo>
                <a:cubicBezTo>
                  <a:pt x="2036269" y="3033196"/>
                  <a:pt x="2053261" y="3008528"/>
                  <a:pt x="2078181" y="2994664"/>
                </a:cubicBezTo>
                <a:cubicBezTo>
                  <a:pt x="2098251" y="2977607"/>
                  <a:pt x="2146975" y="2954448"/>
                  <a:pt x="2161309" y="2948482"/>
                </a:cubicBezTo>
                <a:cubicBezTo>
                  <a:pt x="2178476" y="2942440"/>
                  <a:pt x="2198099" y="2941948"/>
                  <a:pt x="2216727" y="2939245"/>
                </a:cubicBezTo>
                <a:cubicBezTo>
                  <a:pt x="2227046" y="2938577"/>
                  <a:pt x="2234266" y="2931918"/>
                  <a:pt x="2244436" y="2930009"/>
                </a:cubicBezTo>
                <a:cubicBezTo>
                  <a:pt x="2266447" y="2925047"/>
                  <a:pt x="2288545" y="2924784"/>
                  <a:pt x="2309090" y="2920773"/>
                </a:cubicBezTo>
                <a:cubicBezTo>
                  <a:pt x="2392812" y="2893419"/>
                  <a:pt x="2258127" y="2951770"/>
                  <a:pt x="2382981" y="2883827"/>
                </a:cubicBezTo>
                <a:cubicBezTo>
                  <a:pt x="2394028" y="2879887"/>
                  <a:pt x="2409505" y="2876375"/>
                  <a:pt x="2419927" y="2874591"/>
                </a:cubicBezTo>
                <a:cubicBezTo>
                  <a:pt x="2429334" y="2869553"/>
                  <a:pt x="2437258" y="2862123"/>
                  <a:pt x="2447636" y="2856118"/>
                </a:cubicBezTo>
                <a:cubicBezTo>
                  <a:pt x="2456994" y="2851554"/>
                  <a:pt x="2467823" y="2853360"/>
                  <a:pt x="2475345" y="2846882"/>
                </a:cubicBezTo>
                <a:cubicBezTo>
                  <a:pt x="2491245" y="2837798"/>
                  <a:pt x="2506762" y="2819984"/>
                  <a:pt x="2521527" y="2809936"/>
                </a:cubicBezTo>
                <a:cubicBezTo>
                  <a:pt x="2547548" y="2746050"/>
                  <a:pt x="2510612" y="2821709"/>
                  <a:pt x="2576945" y="2726809"/>
                </a:cubicBezTo>
                <a:cubicBezTo>
                  <a:pt x="2585718" y="2714179"/>
                  <a:pt x="2589020" y="2701222"/>
                  <a:pt x="2595418" y="2689864"/>
                </a:cubicBezTo>
                <a:cubicBezTo>
                  <a:pt x="2614249" y="2665449"/>
                  <a:pt x="2639493" y="2618073"/>
                  <a:pt x="2660072" y="2597500"/>
                </a:cubicBezTo>
                <a:cubicBezTo>
                  <a:pt x="2666632" y="2589721"/>
                  <a:pt x="2678246" y="2591204"/>
                  <a:pt x="2687781" y="2588264"/>
                </a:cubicBezTo>
                <a:cubicBezTo>
                  <a:pt x="2699851" y="2579114"/>
                  <a:pt x="2714162" y="2569926"/>
                  <a:pt x="2724727" y="2560555"/>
                </a:cubicBezTo>
                <a:cubicBezTo>
                  <a:pt x="2738003" y="2548676"/>
                  <a:pt x="2749665" y="2533322"/>
                  <a:pt x="2761672" y="2523609"/>
                </a:cubicBezTo>
                <a:cubicBezTo>
                  <a:pt x="2784948" y="2511198"/>
                  <a:pt x="2808318" y="2501219"/>
                  <a:pt x="2826327" y="2486664"/>
                </a:cubicBezTo>
                <a:cubicBezTo>
                  <a:pt x="2838819" y="2479170"/>
                  <a:pt x="2844716" y="2466416"/>
                  <a:pt x="2854036" y="2458955"/>
                </a:cubicBezTo>
                <a:cubicBezTo>
                  <a:pt x="2930059" y="2390913"/>
                  <a:pt x="2819903" y="2506130"/>
                  <a:pt x="2909454" y="2412773"/>
                </a:cubicBezTo>
                <a:cubicBezTo>
                  <a:pt x="2917999" y="2384166"/>
                  <a:pt x="2925974" y="2358208"/>
                  <a:pt x="2937163" y="2338882"/>
                </a:cubicBezTo>
                <a:cubicBezTo>
                  <a:pt x="2947048" y="2323457"/>
                  <a:pt x="2961503" y="2322109"/>
                  <a:pt x="2974109" y="2311173"/>
                </a:cubicBezTo>
                <a:cubicBezTo>
                  <a:pt x="2992000" y="2301949"/>
                  <a:pt x="3009074" y="2283936"/>
                  <a:pt x="3029527" y="2274227"/>
                </a:cubicBezTo>
                <a:cubicBezTo>
                  <a:pt x="3062052" y="2256930"/>
                  <a:pt x="3095686" y="2235477"/>
                  <a:pt x="3121890" y="2218809"/>
                </a:cubicBezTo>
                <a:cubicBezTo>
                  <a:pt x="3144237" y="2202443"/>
                  <a:pt x="3157576" y="2187856"/>
                  <a:pt x="3177309" y="2172627"/>
                </a:cubicBezTo>
                <a:cubicBezTo>
                  <a:pt x="3190236" y="2165704"/>
                  <a:pt x="3201703" y="2161710"/>
                  <a:pt x="3214254" y="2154155"/>
                </a:cubicBezTo>
                <a:cubicBezTo>
                  <a:pt x="3245802" y="2135458"/>
                  <a:pt x="3252487" y="2123953"/>
                  <a:pt x="3288145" y="2098736"/>
                </a:cubicBezTo>
                <a:cubicBezTo>
                  <a:pt x="3312972" y="2078717"/>
                  <a:pt x="3338638" y="2052383"/>
                  <a:pt x="3371272" y="2043318"/>
                </a:cubicBezTo>
                <a:cubicBezTo>
                  <a:pt x="3394014" y="2034210"/>
                  <a:pt x="3418846" y="2024499"/>
                  <a:pt x="3426690" y="2024845"/>
                </a:cubicBezTo>
                <a:cubicBezTo>
                  <a:pt x="3436050" y="2021903"/>
                  <a:pt x="3444980" y="2021554"/>
                  <a:pt x="3454400" y="2015609"/>
                </a:cubicBezTo>
                <a:cubicBezTo>
                  <a:pt x="3472639" y="2007472"/>
                  <a:pt x="3490150" y="1995676"/>
                  <a:pt x="3509818" y="1987900"/>
                </a:cubicBezTo>
                <a:cubicBezTo>
                  <a:pt x="3520089" y="1983020"/>
                  <a:pt x="3534825" y="1983514"/>
                  <a:pt x="3546763" y="1978664"/>
                </a:cubicBezTo>
                <a:cubicBezTo>
                  <a:pt x="3563996" y="1971681"/>
                  <a:pt x="3574682" y="1967438"/>
                  <a:pt x="3592945" y="1960191"/>
                </a:cubicBezTo>
                <a:cubicBezTo>
                  <a:pt x="3622010" y="1945787"/>
                  <a:pt x="3656883" y="1945705"/>
                  <a:pt x="3694545" y="1941718"/>
                </a:cubicBezTo>
                <a:cubicBezTo>
                  <a:pt x="3703297" y="1938933"/>
                  <a:pt x="3712015" y="1937596"/>
                  <a:pt x="3722254" y="1932482"/>
                </a:cubicBezTo>
                <a:cubicBezTo>
                  <a:pt x="3736044" y="1928236"/>
                  <a:pt x="3746617" y="1918013"/>
                  <a:pt x="3759200" y="1914009"/>
                </a:cubicBezTo>
                <a:cubicBezTo>
                  <a:pt x="3772281" y="1910354"/>
                  <a:pt x="3785332" y="1908040"/>
                  <a:pt x="3796145" y="1904773"/>
                </a:cubicBezTo>
                <a:cubicBezTo>
                  <a:pt x="3806443" y="1899555"/>
                  <a:pt x="3813945" y="1892425"/>
                  <a:pt x="3823854" y="1886300"/>
                </a:cubicBezTo>
                <a:cubicBezTo>
                  <a:pt x="3840244" y="1877959"/>
                  <a:pt x="3856190" y="1865552"/>
                  <a:pt x="3870036" y="1858591"/>
                </a:cubicBezTo>
                <a:cubicBezTo>
                  <a:pt x="3898049" y="1840583"/>
                  <a:pt x="3953163" y="1803173"/>
                  <a:pt x="3953163" y="1803173"/>
                </a:cubicBezTo>
                <a:cubicBezTo>
                  <a:pt x="4008381" y="1726817"/>
                  <a:pt x="3944063" y="1811144"/>
                  <a:pt x="4008581" y="1747755"/>
                </a:cubicBezTo>
                <a:cubicBezTo>
                  <a:pt x="4019577" y="1736130"/>
                  <a:pt x="4028060" y="1724724"/>
                  <a:pt x="4036290" y="1710809"/>
                </a:cubicBezTo>
                <a:cubicBezTo>
                  <a:pt x="4030610" y="1662230"/>
                  <a:pt x="4036658" y="1596810"/>
                  <a:pt x="4027054" y="1544555"/>
                </a:cubicBezTo>
                <a:cubicBezTo>
                  <a:pt x="4025049" y="1529488"/>
                  <a:pt x="3989101" y="1497758"/>
                  <a:pt x="3980872" y="1489136"/>
                </a:cubicBezTo>
                <a:cubicBezTo>
                  <a:pt x="3952442" y="1463851"/>
                  <a:pt x="3938922" y="1430448"/>
                  <a:pt x="3906981" y="1406009"/>
                </a:cubicBezTo>
                <a:cubicBezTo>
                  <a:pt x="3880091" y="1385351"/>
                  <a:pt x="3859082" y="1382871"/>
                  <a:pt x="3833090" y="1359827"/>
                </a:cubicBezTo>
                <a:cubicBezTo>
                  <a:pt x="3822924" y="1352021"/>
                  <a:pt x="3815577" y="1340590"/>
                  <a:pt x="3805381" y="1332118"/>
                </a:cubicBezTo>
                <a:cubicBezTo>
                  <a:pt x="3789822" y="1307568"/>
                  <a:pt x="3788660" y="1282860"/>
                  <a:pt x="3759200" y="1267464"/>
                </a:cubicBezTo>
                <a:cubicBezTo>
                  <a:pt x="3680392" y="1217790"/>
                  <a:pt x="3597778" y="1212377"/>
                  <a:pt x="3546763" y="1138155"/>
                </a:cubicBezTo>
                <a:cubicBezTo>
                  <a:pt x="3520093" y="1122528"/>
                  <a:pt x="3494904" y="1061726"/>
                  <a:pt x="3454400" y="1027318"/>
                </a:cubicBezTo>
                <a:cubicBezTo>
                  <a:pt x="3444071" y="1014737"/>
                  <a:pt x="3428598" y="997696"/>
                  <a:pt x="3417454" y="981136"/>
                </a:cubicBezTo>
                <a:cubicBezTo>
                  <a:pt x="3411372" y="970881"/>
                  <a:pt x="3405853" y="961836"/>
                  <a:pt x="3398981" y="953427"/>
                </a:cubicBezTo>
                <a:cubicBezTo>
                  <a:pt x="3363305" y="911215"/>
                  <a:pt x="3378663" y="940452"/>
                  <a:pt x="3334327" y="898009"/>
                </a:cubicBezTo>
                <a:cubicBezTo>
                  <a:pt x="3307989" y="876071"/>
                  <a:pt x="3276911" y="854701"/>
                  <a:pt x="3260436" y="824118"/>
                </a:cubicBezTo>
                <a:cubicBezTo>
                  <a:pt x="3225062" y="777658"/>
                  <a:pt x="3241354" y="799401"/>
                  <a:pt x="3214254" y="759464"/>
                </a:cubicBezTo>
                <a:cubicBezTo>
                  <a:pt x="3210062" y="749451"/>
                  <a:pt x="3210550" y="739837"/>
                  <a:pt x="3205018" y="731755"/>
                </a:cubicBezTo>
                <a:cubicBezTo>
                  <a:pt x="3181338" y="694247"/>
                  <a:pt x="3160354" y="689697"/>
                  <a:pt x="3131127" y="648627"/>
                </a:cubicBezTo>
                <a:cubicBezTo>
                  <a:pt x="3115331" y="631391"/>
                  <a:pt x="3083628" y="567521"/>
                  <a:pt x="3075709" y="547027"/>
                </a:cubicBezTo>
                <a:cubicBezTo>
                  <a:pt x="3054835" y="516249"/>
                  <a:pt x="3056082" y="474369"/>
                  <a:pt x="3029527" y="445427"/>
                </a:cubicBezTo>
                <a:cubicBezTo>
                  <a:pt x="3021034" y="433830"/>
                  <a:pt x="3004029" y="419131"/>
                  <a:pt x="2992581" y="408482"/>
                </a:cubicBezTo>
                <a:cubicBezTo>
                  <a:pt x="2984757" y="396446"/>
                  <a:pt x="2979764" y="384813"/>
                  <a:pt x="2974109" y="371536"/>
                </a:cubicBezTo>
                <a:cubicBezTo>
                  <a:pt x="2967849" y="361152"/>
                  <a:pt x="2958503" y="353610"/>
                  <a:pt x="2955636" y="343827"/>
                </a:cubicBezTo>
                <a:cubicBezTo>
                  <a:pt x="2951200" y="335870"/>
                  <a:pt x="2951127" y="324893"/>
                  <a:pt x="2946400" y="316118"/>
                </a:cubicBezTo>
                <a:cubicBezTo>
                  <a:pt x="2935618" y="296711"/>
                  <a:pt x="2909454" y="260700"/>
                  <a:pt x="2909454" y="260700"/>
                </a:cubicBezTo>
                <a:cubicBezTo>
                  <a:pt x="2886542" y="178819"/>
                  <a:pt x="2926094" y="308884"/>
                  <a:pt x="2872509" y="186809"/>
                </a:cubicBezTo>
                <a:cubicBezTo>
                  <a:pt x="2813528" y="86948"/>
                  <a:pt x="2871702" y="158259"/>
                  <a:pt x="2835563" y="103682"/>
                </a:cubicBezTo>
                <a:cubicBezTo>
                  <a:pt x="2831140" y="84750"/>
                  <a:pt x="2825343" y="57135"/>
                  <a:pt x="2817090" y="39027"/>
                </a:cubicBezTo>
                <a:cubicBezTo>
                  <a:pt x="2814300" y="25635"/>
                  <a:pt x="2784169" y="7374"/>
                  <a:pt x="2798618" y="2082"/>
                </a:cubicBezTo>
                <a:cubicBezTo>
                  <a:pt x="2815902" y="-10299"/>
                  <a:pt x="2835351" y="14908"/>
                  <a:pt x="2854036" y="20555"/>
                </a:cubicBezTo>
                <a:cubicBezTo>
                  <a:pt x="2885059" y="36312"/>
                  <a:pt x="2915079" y="70844"/>
                  <a:pt x="2946400" y="85209"/>
                </a:cubicBezTo>
                <a:cubicBezTo>
                  <a:pt x="2976307" y="104537"/>
                  <a:pt x="3007319" y="119766"/>
                  <a:pt x="3048000" y="131391"/>
                </a:cubicBezTo>
                <a:cubicBezTo>
                  <a:pt x="3060261" y="133535"/>
                  <a:pt x="3071388" y="137811"/>
                  <a:pt x="3084945" y="140627"/>
                </a:cubicBezTo>
                <a:cubicBezTo>
                  <a:pt x="3215992" y="167685"/>
                  <a:pt x="3109517" y="167344"/>
                  <a:pt x="3241963" y="177573"/>
                </a:cubicBezTo>
                <a:cubicBezTo>
                  <a:pt x="3251182" y="180984"/>
                  <a:pt x="3259968" y="187077"/>
                  <a:pt x="3269672" y="186809"/>
                </a:cubicBezTo>
                <a:cubicBezTo>
                  <a:pt x="3400133" y="188001"/>
                  <a:pt x="3511618" y="175461"/>
                  <a:pt x="3666836" y="177573"/>
                </a:cubicBezTo>
                <a:cubicBezTo>
                  <a:pt x="3676540" y="176259"/>
                  <a:pt x="3685572" y="172732"/>
                  <a:pt x="3694545" y="168336"/>
                </a:cubicBezTo>
                <a:cubicBezTo>
                  <a:pt x="3711069" y="163994"/>
                  <a:pt x="3724499" y="157106"/>
                  <a:pt x="3740727" y="149864"/>
                </a:cubicBezTo>
                <a:cubicBezTo>
                  <a:pt x="3819617" y="119608"/>
                  <a:pt x="3738760" y="136648"/>
                  <a:pt x="3823854" y="112918"/>
                </a:cubicBezTo>
                <a:cubicBezTo>
                  <a:pt x="3860688" y="95310"/>
                  <a:pt x="3840774" y="105313"/>
                  <a:pt x="3888509" y="94445"/>
                </a:cubicBezTo>
                <a:cubicBezTo>
                  <a:pt x="3907518" y="85947"/>
                  <a:pt x="3927397" y="79042"/>
                  <a:pt x="3943927" y="75973"/>
                </a:cubicBezTo>
                <a:cubicBezTo>
                  <a:pt x="3972597" y="76475"/>
                  <a:pt x="4060665" y="56487"/>
                  <a:pt x="4110181" y="57500"/>
                </a:cubicBezTo>
                <a:cubicBezTo>
                  <a:pt x="4144449" y="54831"/>
                  <a:pt x="4184197" y="57831"/>
                  <a:pt x="4221018" y="66736"/>
                </a:cubicBezTo>
                <a:cubicBezTo>
                  <a:pt x="4237352" y="69613"/>
                  <a:pt x="4255288" y="76760"/>
                  <a:pt x="4276436" y="75973"/>
                </a:cubicBezTo>
                <a:cubicBezTo>
                  <a:pt x="4336091" y="71012"/>
                  <a:pt x="4400858" y="78227"/>
                  <a:pt x="4461163" y="66736"/>
                </a:cubicBezTo>
                <a:cubicBezTo>
                  <a:pt x="4469244" y="62949"/>
                  <a:pt x="4495892" y="61198"/>
                  <a:pt x="4525818" y="57500"/>
                </a:cubicBezTo>
                <a:cubicBezTo>
                  <a:pt x="4542904" y="51860"/>
                  <a:pt x="4563636" y="46766"/>
                  <a:pt x="4581236" y="48264"/>
                </a:cubicBezTo>
                <a:cubicBezTo>
                  <a:pt x="4629546" y="48319"/>
                  <a:pt x="4672857" y="52319"/>
                  <a:pt x="4719781" y="57500"/>
                </a:cubicBezTo>
                <a:cubicBezTo>
                  <a:pt x="4706394" y="79790"/>
                  <a:pt x="4687437" y="111882"/>
                  <a:pt x="4682836" y="140627"/>
                </a:cubicBezTo>
                <a:cubicBezTo>
                  <a:pt x="4674747" y="170965"/>
                  <a:pt x="4664364" y="232991"/>
                  <a:pt x="4664363" y="232991"/>
                </a:cubicBezTo>
                <a:cubicBezTo>
                  <a:pt x="4676857" y="262852"/>
                  <a:pt x="4694248" y="289111"/>
                  <a:pt x="4710545" y="316118"/>
                </a:cubicBezTo>
                <a:cubicBezTo>
                  <a:pt x="4749995" y="364216"/>
                  <a:pt x="4856887" y="352651"/>
                  <a:pt x="4895272" y="353064"/>
                </a:cubicBezTo>
                <a:cubicBezTo>
                  <a:pt x="4905819" y="362959"/>
                  <a:pt x="4914043" y="370944"/>
                  <a:pt x="4922981" y="380773"/>
                </a:cubicBezTo>
                <a:cubicBezTo>
                  <a:pt x="4933699" y="391770"/>
                  <a:pt x="4939194" y="406860"/>
                  <a:pt x="4950690" y="417718"/>
                </a:cubicBezTo>
                <a:cubicBezTo>
                  <a:pt x="4957395" y="427244"/>
                  <a:pt x="4969149" y="429471"/>
                  <a:pt x="4978400" y="436191"/>
                </a:cubicBezTo>
                <a:cubicBezTo>
                  <a:pt x="4984229" y="450129"/>
                  <a:pt x="4992751" y="460041"/>
                  <a:pt x="4996872" y="473136"/>
                </a:cubicBezTo>
                <a:cubicBezTo>
                  <a:pt x="5000653" y="480976"/>
                  <a:pt x="4997909" y="494337"/>
                  <a:pt x="5006109" y="500845"/>
                </a:cubicBezTo>
                <a:cubicBezTo>
                  <a:pt x="5027846" y="517751"/>
                  <a:pt x="5079999" y="537791"/>
                  <a:pt x="5080000" y="537791"/>
                </a:cubicBezTo>
                <a:cubicBezTo>
                  <a:pt x="5099608" y="522594"/>
                  <a:pt x="5134887" y="499351"/>
                  <a:pt x="5153890" y="491609"/>
                </a:cubicBezTo>
                <a:cubicBezTo>
                  <a:pt x="5172867" y="483023"/>
                  <a:pt x="5193869" y="478761"/>
                  <a:pt x="5209309" y="473136"/>
                </a:cubicBezTo>
                <a:cubicBezTo>
                  <a:pt x="5229382" y="583788"/>
                  <a:pt x="5219064" y="476739"/>
                  <a:pt x="5227781" y="565500"/>
                </a:cubicBezTo>
                <a:cubicBezTo>
                  <a:pt x="5240036" y="604124"/>
                  <a:pt x="5236456" y="626759"/>
                  <a:pt x="5246254" y="667100"/>
                </a:cubicBezTo>
                <a:cubicBezTo>
                  <a:pt x="5252926" y="750615"/>
                  <a:pt x="5279961" y="836335"/>
                  <a:pt x="5246254" y="916482"/>
                </a:cubicBezTo>
                <a:cubicBezTo>
                  <a:pt x="5241396" y="934953"/>
                  <a:pt x="5232035" y="947874"/>
                  <a:pt x="5227781" y="962664"/>
                </a:cubicBezTo>
                <a:cubicBezTo>
                  <a:pt x="5224114" y="972639"/>
                  <a:pt x="5224849" y="982300"/>
                  <a:pt x="5218545" y="990373"/>
                </a:cubicBezTo>
                <a:cubicBezTo>
                  <a:pt x="5193459" y="1020476"/>
                  <a:pt x="5135418" y="1073499"/>
                  <a:pt x="5135418" y="1073500"/>
                </a:cubicBezTo>
                <a:cubicBezTo>
                  <a:pt x="5121152" y="1163945"/>
                  <a:pt x="5127240" y="1078026"/>
                  <a:pt x="5116945" y="1239755"/>
                </a:cubicBezTo>
                <a:cubicBezTo>
                  <a:pt x="5117823" y="1260840"/>
                  <a:pt x="5112770" y="1284208"/>
                  <a:pt x="5107709" y="1304409"/>
                </a:cubicBezTo>
                <a:cubicBezTo>
                  <a:pt x="5103483" y="1315012"/>
                  <a:pt x="5094250" y="1323263"/>
                  <a:pt x="5089236" y="1332118"/>
                </a:cubicBezTo>
                <a:cubicBezTo>
                  <a:pt x="5086200" y="1341710"/>
                  <a:pt x="5078647" y="1349884"/>
                  <a:pt x="5080000" y="1359827"/>
                </a:cubicBezTo>
                <a:cubicBezTo>
                  <a:pt x="5074537" y="1402250"/>
                  <a:pt x="5084710" y="1432363"/>
                  <a:pt x="5098472" y="1470664"/>
                </a:cubicBezTo>
                <a:cubicBezTo>
                  <a:pt x="5096769" y="1501060"/>
                  <a:pt x="5099489" y="1526461"/>
                  <a:pt x="5107709" y="1553791"/>
                </a:cubicBezTo>
                <a:cubicBezTo>
                  <a:pt x="5114550" y="1580913"/>
                  <a:pt x="5132543" y="1610150"/>
                  <a:pt x="5144654" y="1636918"/>
                </a:cubicBezTo>
                <a:cubicBezTo>
                  <a:pt x="5148686" y="1653438"/>
                  <a:pt x="5159849" y="1667325"/>
                  <a:pt x="5163127" y="1683100"/>
                </a:cubicBezTo>
                <a:cubicBezTo>
                  <a:pt x="5166588" y="1703411"/>
                  <a:pt x="5170298" y="1719391"/>
                  <a:pt x="5172363" y="1738518"/>
                </a:cubicBezTo>
                <a:cubicBezTo>
                  <a:pt x="5172956" y="1769404"/>
                  <a:pt x="5172320" y="1799653"/>
                  <a:pt x="5181600" y="1830882"/>
                </a:cubicBezTo>
                <a:cubicBezTo>
                  <a:pt x="5185544" y="1845914"/>
                  <a:pt x="5201571" y="1856510"/>
                  <a:pt x="5209309" y="1867827"/>
                </a:cubicBezTo>
                <a:cubicBezTo>
                  <a:pt x="5214236" y="1980685"/>
                  <a:pt x="5186621" y="1837964"/>
                  <a:pt x="5264727" y="1950955"/>
                </a:cubicBezTo>
                <a:cubicBezTo>
                  <a:pt x="5272085" y="1965296"/>
                  <a:pt x="5268608" y="1980479"/>
                  <a:pt x="5273963" y="1997136"/>
                </a:cubicBezTo>
                <a:cubicBezTo>
                  <a:pt x="5285044" y="2013640"/>
                  <a:pt x="5300030" y="2027192"/>
                  <a:pt x="5310909" y="2043318"/>
                </a:cubicBezTo>
                <a:cubicBezTo>
                  <a:pt x="5318469" y="2056499"/>
                  <a:pt x="5323659" y="2070826"/>
                  <a:pt x="5329381" y="2080264"/>
                </a:cubicBezTo>
                <a:cubicBezTo>
                  <a:pt x="5334657" y="2089915"/>
                  <a:pt x="5342589" y="2099504"/>
                  <a:pt x="5347854" y="2107973"/>
                </a:cubicBezTo>
                <a:cubicBezTo>
                  <a:pt x="5353017" y="2133329"/>
                  <a:pt x="5346480" y="2167369"/>
                  <a:pt x="5366327" y="2181864"/>
                </a:cubicBezTo>
                <a:cubicBezTo>
                  <a:pt x="5374934" y="2189807"/>
                  <a:pt x="5384237" y="2201632"/>
                  <a:pt x="5394036" y="2209573"/>
                </a:cubicBezTo>
                <a:cubicBezTo>
                  <a:pt x="5402632" y="2213834"/>
                  <a:pt x="5412864" y="2215571"/>
                  <a:pt x="5421745" y="2218809"/>
                </a:cubicBezTo>
                <a:cubicBezTo>
                  <a:pt x="5434158" y="2224441"/>
                  <a:pt x="5446054" y="2232158"/>
                  <a:pt x="5458690" y="2237282"/>
                </a:cubicBezTo>
                <a:cubicBezTo>
                  <a:pt x="5447268" y="2258353"/>
                  <a:pt x="5425146" y="2276284"/>
                  <a:pt x="5421745" y="2301936"/>
                </a:cubicBezTo>
                <a:cubicBezTo>
                  <a:pt x="5419038" y="2322957"/>
                  <a:pt x="5402355" y="2442847"/>
                  <a:pt x="5384800" y="2477427"/>
                </a:cubicBezTo>
                <a:cubicBezTo>
                  <a:pt x="5372301" y="2496219"/>
                  <a:pt x="5356281" y="2514725"/>
                  <a:pt x="5338618" y="2532845"/>
                </a:cubicBezTo>
                <a:cubicBezTo>
                  <a:pt x="5327454" y="2552098"/>
                  <a:pt x="5307944" y="2598845"/>
                  <a:pt x="5301672" y="2615973"/>
                </a:cubicBezTo>
                <a:cubicBezTo>
                  <a:pt x="5298915" y="2637827"/>
                  <a:pt x="5298548" y="2653447"/>
                  <a:pt x="5292436" y="2671391"/>
                </a:cubicBezTo>
                <a:cubicBezTo>
                  <a:pt x="5287997" y="2681096"/>
                  <a:pt x="5277564" y="2689300"/>
                  <a:pt x="5273963" y="2699100"/>
                </a:cubicBezTo>
                <a:cubicBezTo>
                  <a:pt x="5265632" y="2711311"/>
                  <a:pt x="5263543" y="2724723"/>
                  <a:pt x="5255490" y="2736045"/>
                </a:cubicBezTo>
                <a:cubicBezTo>
                  <a:pt x="5231436" y="2771522"/>
                  <a:pt x="5222779" y="2804827"/>
                  <a:pt x="5190836" y="2828409"/>
                </a:cubicBezTo>
                <a:cubicBezTo>
                  <a:pt x="5177197" y="2840422"/>
                  <a:pt x="5167662" y="2847479"/>
                  <a:pt x="5153890" y="2856118"/>
                </a:cubicBezTo>
                <a:cubicBezTo>
                  <a:pt x="5160927" y="2889180"/>
                  <a:pt x="5139498" y="2954552"/>
                  <a:pt x="5172363" y="2966955"/>
                </a:cubicBezTo>
                <a:cubicBezTo>
                  <a:pt x="5218989" y="2993362"/>
                  <a:pt x="5282175" y="2949291"/>
                  <a:pt x="5338618" y="2948482"/>
                </a:cubicBezTo>
                <a:cubicBezTo>
                  <a:pt x="5425857" y="2936861"/>
                  <a:pt x="5531209" y="2963668"/>
                  <a:pt x="5634181" y="2957718"/>
                </a:cubicBezTo>
                <a:cubicBezTo>
                  <a:pt x="5646672" y="2964120"/>
                  <a:pt x="5661455" y="2967022"/>
                  <a:pt x="5689600" y="2966955"/>
                </a:cubicBezTo>
                <a:cubicBezTo>
                  <a:pt x="5689066" y="2984641"/>
                  <a:pt x="5652205" y="2971560"/>
                  <a:pt x="5634181" y="2976191"/>
                </a:cubicBezTo>
                <a:cubicBezTo>
                  <a:pt x="5617738" y="2980294"/>
                  <a:pt x="5603245" y="2989847"/>
                  <a:pt x="5588000" y="2994664"/>
                </a:cubicBezTo>
                <a:cubicBezTo>
                  <a:pt x="5566044" y="3001701"/>
                  <a:pt x="5546563" y="3005016"/>
                  <a:pt x="5523345" y="3013136"/>
                </a:cubicBezTo>
                <a:cubicBezTo>
                  <a:pt x="5493862" y="3018154"/>
                  <a:pt x="5458988" y="3026651"/>
                  <a:pt x="5430981" y="3031609"/>
                </a:cubicBezTo>
                <a:cubicBezTo>
                  <a:pt x="5339882" y="3056472"/>
                  <a:pt x="5380113" y="3043477"/>
                  <a:pt x="5292436" y="3068555"/>
                </a:cubicBezTo>
                <a:cubicBezTo>
                  <a:pt x="5221409" y="3062202"/>
                  <a:pt x="5137478" y="3061134"/>
                  <a:pt x="5043054" y="3059318"/>
                </a:cubicBezTo>
                <a:cubicBezTo>
                  <a:pt x="5028031" y="3057173"/>
                  <a:pt x="5020967" y="3046148"/>
                  <a:pt x="5006109" y="3040845"/>
                </a:cubicBezTo>
                <a:cubicBezTo>
                  <a:pt x="4963755" y="3030338"/>
                  <a:pt x="4909686" y="3006792"/>
                  <a:pt x="4867563" y="2994664"/>
                </a:cubicBezTo>
                <a:cubicBezTo>
                  <a:pt x="4826412" y="2981515"/>
                  <a:pt x="4822370" y="2978538"/>
                  <a:pt x="4765963" y="2966955"/>
                </a:cubicBezTo>
                <a:cubicBezTo>
                  <a:pt x="4580950" y="2933310"/>
                  <a:pt x="4728607" y="2953776"/>
                  <a:pt x="4627418" y="2939245"/>
                </a:cubicBezTo>
                <a:cubicBezTo>
                  <a:pt x="4555323" y="2886840"/>
                  <a:pt x="4627737" y="2931153"/>
                  <a:pt x="4525818" y="2893064"/>
                </a:cubicBezTo>
                <a:cubicBezTo>
                  <a:pt x="4504159" y="2884583"/>
                  <a:pt x="4443061" y="2848815"/>
                  <a:pt x="4424218" y="2837645"/>
                </a:cubicBezTo>
                <a:cubicBezTo>
                  <a:pt x="4413139" y="2829026"/>
                  <a:pt x="4408414" y="2819432"/>
                  <a:pt x="4396509" y="2809936"/>
                </a:cubicBezTo>
                <a:cubicBezTo>
                  <a:pt x="4351466" y="2776705"/>
                  <a:pt x="4321229" y="2776120"/>
                  <a:pt x="4267200" y="2726809"/>
                </a:cubicBezTo>
                <a:cubicBezTo>
                  <a:pt x="4246504" y="2702617"/>
                  <a:pt x="4228019" y="2683024"/>
                  <a:pt x="4202545" y="2662155"/>
                </a:cubicBezTo>
                <a:cubicBezTo>
                  <a:pt x="4166296" y="2640479"/>
                  <a:pt x="4114938" y="2590612"/>
                  <a:pt x="4091709" y="2560555"/>
                </a:cubicBezTo>
                <a:cubicBezTo>
                  <a:pt x="4078641" y="2541880"/>
                  <a:pt x="4065974" y="2530213"/>
                  <a:pt x="4054763" y="2514373"/>
                </a:cubicBezTo>
                <a:cubicBezTo>
                  <a:pt x="4027649" y="2476993"/>
                  <a:pt x="4040321" y="2466263"/>
                  <a:pt x="4008581" y="2431245"/>
                </a:cubicBezTo>
                <a:cubicBezTo>
                  <a:pt x="3995557" y="2411491"/>
                  <a:pt x="3943488" y="2385801"/>
                  <a:pt x="3925454" y="2375827"/>
                </a:cubicBezTo>
                <a:cubicBezTo>
                  <a:pt x="3895540" y="2380868"/>
                  <a:pt x="3857442" y="2369127"/>
                  <a:pt x="3833090" y="2385064"/>
                </a:cubicBezTo>
                <a:cubicBezTo>
                  <a:pt x="3824506" y="2389571"/>
                  <a:pt x="3839310" y="2403030"/>
                  <a:pt x="3842327" y="2412773"/>
                </a:cubicBezTo>
                <a:cubicBezTo>
                  <a:pt x="3846416" y="2437722"/>
                  <a:pt x="3855500" y="2455913"/>
                  <a:pt x="3860800" y="2477427"/>
                </a:cubicBezTo>
                <a:cubicBezTo>
                  <a:pt x="3857455" y="2526829"/>
                  <a:pt x="3865153" y="2590173"/>
                  <a:pt x="3870036" y="2652918"/>
                </a:cubicBezTo>
                <a:cubicBezTo>
                  <a:pt x="3871095" y="2684402"/>
                  <a:pt x="3880495" y="2710789"/>
                  <a:pt x="3879272" y="2745282"/>
                </a:cubicBezTo>
                <a:cubicBezTo>
                  <a:pt x="3890532" y="2822765"/>
                  <a:pt x="3871059" y="2894923"/>
                  <a:pt x="3870036" y="2966955"/>
                </a:cubicBezTo>
                <a:cubicBezTo>
                  <a:pt x="3870486" y="2999040"/>
                  <a:pt x="3863887" y="3026236"/>
                  <a:pt x="3860800" y="3050082"/>
                </a:cubicBezTo>
                <a:cubicBezTo>
                  <a:pt x="3856916" y="3072416"/>
                  <a:pt x="3852828" y="3094125"/>
                  <a:pt x="3842327" y="3114736"/>
                </a:cubicBezTo>
                <a:cubicBezTo>
                  <a:pt x="3842417" y="3167420"/>
                  <a:pt x="3839223" y="3237074"/>
                  <a:pt x="3823854" y="3280991"/>
                </a:cubicBezTo>
                <a:cubicBezTo>
                  <a:pt x="3815862" y="3310789"/>
                  <a:pt x="3792032" y="3333736"/>
                  <a:pt x="3777672" y="3364118"/>
                </a:cubicBezTo>
                <a:cubicBezTo>
                  <a:pt x="3774010" y="3369992"/>
                  <a:pt x="3770950" y="3377161"/>
                  <a:pt x="3768436" y="3382591"/>
                </a:cubicBezTo>
              </a:path>
            </a:pathLst>
          </a:custGeom>
          <a:noFill/>
          <a:ln w="38100">
            <a:solidFill>
              <a:srgbClr val="FFFF00"/>
            </a:solidFill>
            <a:prstDash val="dash"/>
            <a:extLst>
              <a:ext uri="{C807C97D-BFC1-408E-A445-0C87EB9F89A2}">
                <ask:lineSketchStyleProps xmlns:ask="http://schemas.microsoft.com/office/drawing/2018/sketchyshapes" sd="1032260186">
                  <a:custGeom>
                    <a:avLst/>
                    <a:gdLst>
                      <a:gd name="connsiteX0" fmla="*/ 1634836 w 5689600"/>
                      <a:gd name="connsiteY0" fmla="*/ 500845 h 3382591"/>
                      <a:gd name="connsiteX1" fmla="*/ 1588654 w 5689600"/>
                      <a:gd name="connsiteY1" fmla="*/ 547027 h 3382591"/>
                      <a:gd name="connsiteX2" fmla="*/ 1468581 w 5689600"/>
                      <a:gd name="connsiteY2" fmla="*/ 611682 h 3382591"/>
                      <a:gd name="connsiteX3" fmla="*/ 1366981 w 5689600"/>
                      <a:gd name="connsiteY3" fmla="*/ 639391 h 3382591"/>
                      <a:gd name="connsiteX4" fmla="*/ 1320800 w 5689600"/>
                      <a:gd name="connsiteY4" fmla="*/ 657864 h 3382591"/>
                      <a:gd name="connsiteX5" fmla="*/ 1283854 w 5689600"/>
                      <a:gd name="connsiteY5" fmla="*/ 676336 h 3382591"/>
                      <a:gd name="connsiteX6" fmla="*/ 1228436 w 5689600"/>
                      <a:gd name="connsiteY6" fmla="*/ 685573 h 3382591"/>
                      <a:gd name="connsiteX7" fmla="*/ 1006763 w 5689600"/>
                      <a:gd name="connsiteY7" fmla="*/ 648627 h 3382591"/>
                      <a:gd name="connsiteX8" fmla="*/ 997527 w 5689600"/>
                      <a:gd name="connsiteY8" fmla="*/ 611682 h 3382591"/>
                      <a:gd name="connsiteX9" fmla="*/ 988290 w 5689600"/>
                      <a:gd name="connsiteY9" fmla="*/ 556264 h 3382591"/>
                      <a:gd name="connsiteX10" fmla="*/ 979054 w 5689600"/>
                      <a:gd name="connsiteY10" fmla="*/ 325355 h 3382591"/>
                      <a:gd name="connsiteX11" fmla="*/ 868218 w 5689600"/>
                      <a:gd name="connsiteY11" fmla="*/ 177573 h 3382591"/>
                      <a:gd name="connsiteX12" fmla="*/ 775854 w 5689600"/>
                      <a:gd name="connsiteY12" fmla="*/ 85209 h 3382591"/>
                      <a:gd name="connsiteX13" fmla="*/ 489527 w 5689600"/>
                      <a:gd name="connsiteY13" fmla="*/ 103682 h 3382591"/>
                      <a:gd name="connsiteX14" fmla="*/ 406400 w 5689600"/>
                      <a:gd name="connsiteY14" fmla="*/ 149864 h 3382591"/>
                      <a:gd name="connsiteX15" fmla="*/ 369454 w 5689600"/>
                      <a:gd name="connsiteY15" fmla="*/ 168336 h 3382591"/>
                      <a:gd name="connsiteX16" fmla="*/ 295563 w 5689600"/>
                      <a:gd name="connsiteY16" fmla="*/ 223755 h 3382591"/>
                      <a:gd name="connsiteX17" fmla="*/ 267854 w 5689600"/>
                      <a:gd name="connsiteY17" fmla="*/ 251464 h 3382591"/>
                      <a:gd name="connsiteX18" fmla="*/ 249381 w 5689600"/>
                      <a:gd name="connsiteY18" fmla="*/ 279173 h 3382591"/>
                      <a:gd name="connsiteX19" fmla="*/ 212436 w 5689600"/>
                      <a:gd name="connsiteY19" fmla="*/ 408482 h 3382591"/>
                      <a:gd name="connsiteX20" fmla="*/ 193963 w 5689600"/>
                      <a:gd name="connsiteY20" fmla="*/ 519318 h 3382591"/>
                      <a:gd name="connsiteX21" fmla="*/ 175490 w 5689600"/>
                      <a:gd name="connsiteY21" fmla="*/ 722518 h 3382591"/>
                      <a:gd name="connsiteX22" fmla="*/ 166254 w 5689600"/>
                      <a:gd name="connsiteY22" fmla="*/ 768700 h 3382591"/>
                      <a:gd name="connsiteX23" fmla="*/ 120072 w 5689600"/>
                      <a:gd name="connsiteY23" fmla="*/ 879536 h 3382591"/>
                      <a:gd name="connsiteX24" fmla="*/ 110836 w 5689600"/>
                      <a:gd name="connsiteY24" fmla="*/ 953427 h 3382591"/>
                      <a:gd name="connsiteX25" fmla="*/ 101600 w 5689600"/>
                      <a:gd name="connsiteY25" fmla="*/ 999609 h 3382591"/>
                      <a:gd name="connsiteX26" fmla="*/ 193963 w 5689600"/>
                      <a:gd name="connsiteY26" fmla="*/ 1101209 h 3382591"/>
                      <a:gd name="connsiteX27" fmla="*/ 314036 w 5689600"/>
                      <a:gd name="connsiteY27" fmla="*/ 1156627 h 3382591"/>
                      <a:gd name="connsiteX28" fmla="*/ 323272 w 5689600"/>
                      <a:gd name="connsiteY28" fmla="*/ 1184336 h 3382591"/>
                      <a:gd name="connsiteX29" fmla="*/ 378690 w 5689600"/>
                      <a:gd name="connsiteY29" fmla="*/ 1267464 h 3382591"/>
                      <a:gd name="connsiteX30" fmla="*/ 387927 w 5689600"/>
                      <a:gd name="connsiteY30" fmla="*/ 1322882 h 3382591"/>
                      <a:gd name="connsiteX31" fmla="*/ 397163 w 5689600"/>
                      <a:gd name="connsiteY31" fmla="*/ 1359827 h 3382591"/>
                      <a:gd name="connsiteX32" fmla="*/ 387927 w 5689600"/>
                      <a:gd name="connsiteY32" fmla="*/ 1452191 h 3382591"/>
                      <a:gd name="connsiteX33" fmla="*/ 406400 w 5689600"/>
                      <a:gd name="connsiteY33" fmla="*/ 1535318 h 3382591"/>
                      <a:gd name="connsiteX34" fmla="*/ 471054 w 5689600"/>
                      <a:gd name="connsiteY34" fmla="*/ 1544555 h 3382591"/>
                      <a:gd name="connsiteX35" fmla="*/ 655781 w 5689600"/>
                      <a:gd name="connsiteY35" fmla="*/ 1535318 h 3382591"/>
                      <a:gd name="connsiteX36" fmla="*/ 711200 w 5689600"/>
                      <a:gd name="connsiteY36" fmla="*/ 1563027 h 3382591"/>
                      <a:gd name="connsiteX37" fmla="*/ 720436 w 5689600"/>
                      <a:gd name="connsiteY37" fmla="*/ 1609209 h 3382591"/>
                      <a:gd name="connsiteX38" fmla="*/ 729672 w 5689600"/>
                      <a:gd name="connsiteY38" fmla="*/ 1636918 h 3382591"/>
                      <a:gd name="connsiteX39" fmla="*/ 775854 w 5689600"/>
                      <a:gd name="connsiteY39" fmla="*/ 1627682 h 3382591"/>
                      <a:gd name="connsiteX40" fmla="*/ 868218 w 5689600"/>
                      <a:gd name="connsiteY40" fmla="*/ 1572264 h 3382591"/>
                      <a:gd name="connsiteX41" fmla="*/ 951345 w 5689600"/>
                      <a:gd name="connsiteY41" fmla="*/ 1498373 h 3382591"/>
                      <a:gd name="connsiteX42" fmla="*/ 969818 w 5689600"/>
                      <a:gd name="connsiteY42" fmla="*/ 1470664 h 3382591"/>
                      <a:gd name="connsiteX43" fmla="*/ 1025236 w 5689600"/>
                      <a:gd name="connsiteY43" fmla="*/ 1396773 h 3382591"/>
                      <a:gd name="connsiteX44" fmla="*/ 1052945 w 5689600"/>
                      <a:gd name="connsiteY44" fmla="*/ 1359827 h 3382591"/>
                      <a:gd name="connsiteX45" fmla="*/ 1071418 w 5689600"/>
                      <a:gd name="connsiteY45" fmla="*/ 1313645 h 3382591"/>
                      <a:gd name="connsiteX46" fmla="*/ 1108363 w 5689600"/>
                      <a:gd name="connsiteY46" fmla="*/ 1258227 h 3382591"/>
                      <a:gd name="connsiteX47" fmla="*/ 1154545 w 5689600"/>
                      <a:gd name="connsiteY47" fmla="*/ 1248991 h 3382591"/>
                      <a:gd name="connsiteX48" fmla="*/ 1422400 w 5689600"/>
                      <a:gd name="connsiteY48" fmla="*/ 1267464 h 3382591"/>
                      <a:gd name="connsiteX49" fmla="*/ 1487054 w 5689600"/>
                      <a:gd name="connsiteY49" fmla="*/ 1276700 h 3382591"/>
                      <a:gd name="connsiteX50" fmla="*/ 1699490 w 5689600"/>
                      <a:gd name="connsiteY50" fmla="*/ 1258227 h 3382591"/>
                      <a:gd name="connsiteX51" fmla="*/ 1764145 w 5689600"/>
                      <a:gd name="connsiteY51" fmla="*/ 1239755 h 3382591"/>
                      <a:gd name="connsiteX52" fmla="*/ 1801090 w 5689600"/>
                      <a:gd name="connsiteY52" fmla="*/ 1221282 h 3382591"/>
                      <a:gd name="connsiteX53" fmla="*/ 1847272 w 5689600"/>
                      <a:gd name="connsiteY53" fmla="*/ 1193573 h 3382591"/>
                      <a:gd name="connsiteX54" fmla="*/ 1902690 w 5689600"/>
                      <a:gd name="connsiteY54" fmla="*/ 1156627 h 3382591"/>
                      <a:gd name="connsiteX55" fmla="*/ 1930400 w 5689600"/>
                      <a:gd name="connsiteY55" fmla="*/ 1147391 h 3382591"/>
                      <a:gd name="connsiteX56" fmla="*/ 2022763 w 5689600"/>
                      <a:gd name="connsiteY56" fmla="*/ 1101209 h 3382591"/>
                      <a:gd name="connsiteX57" fmla="*/ 2115127 w 5689600"/>
                      <a:gd name="connsiteY57" fmla="*/ 1045791 h 3382591"/>
                      <a:gd name="connsiteX58" fmla="*/ 2142836 w 5689600"/>
                      <a:gd name="connsiteY58" fmla="*/ 1027318 h 3382591"/>
                      <a:gd name="connsiteX59" fmla="*/ 2189018 w 5689600"/>
                      <a:gd name="connsiteY59" fmla="*/ 990373 h 3382591"/>
                      <a:gd name="connsiteX60" fmla="*/ 2235200 w 5689600"/>
                      <a:gd name="connsiteY60" fmla="*/ 962664 h 3382591"/>
                      <a:gd name="connsiteX61" fmla="*/ 2299854 w 5689600"/>
                      <a:gd name="connsiteY61" fmla="*/ 944191 h 3382591"/>
                      <a:gd name="connsiteX62" fmla="*/ 2327563 w 5689600"/>
                      <a:gd name="connsiteY62" fmla="*/ 934955 h 3382591"/>
                      <a:gd name="connsiteX63" fmla="*/ 2355272 w 5689600"/>
                      <a:gd name="connsiteY63" fmla="*/ 953427 h 3382591"/>
                      <a:gd name="connsiteX64" fmla="*/ 2382981 w 5689600"/>
                      <a:gd name="connsiteY64" fmla="*/ 1018082 h 3382591"/>
                      <a:gd name="connsiteX65" fmla="*/ 2401454 w 5689600"/>
                      <a:gd name="connsiteY65" fmla="*/ 1055027 h 3382591"/>
                      <a:gd name="connsiteX66" fmla="*/ 2364509 w 5689600"/>
                      <a:gd name="connsiteY66" fmla="*/ 1267464 h 3382591"/>
                      <a:gd name="connsiteX67" fmla="*/ 2336800 w 5689600"/>
                      <a:gd name="connsiteY67" fmla="*/ 1276700 h 3382591"/>
                      <a:gd name="connsiteX68" fmla="*/ 2299854 w 5689600"/>
                      <a:gd name="connsiteY68" fmla="*/ 1313645 h 3382591"/>
                      <a:gd name="connsiteX69" fmla="*/ 2281381 w 5689600"/>
                      <a:gd name="connsiteY69" fmla="*/ 1369064 h 3382591"/>
                      <a:gd name="connsiteX70" fmla="*/ 2262909 w 5689600"/>
                      <a:gd name="connsiteY70" fmla="*/ 1396773 h 3382591"/>
                      <a:gd name="connsiteX71" fmla="*/ 2253672 w 5689600"/>
                      <a:gd name="connsiteY71" fmla="*/ 1452191 h 3382591"/>
                      <a:gd name="connsiteX72" fmla="*/ 2272145 w 5689600"/>
                      <a:gd name="connsiteY72" fmla="*/ 1738518 h 3382591"/>
                      <a:gd name="connsiteX73" fmla="*/ 2262909 w 5689600"/>
                      <a:gd name="connsiteY73" fmla="*/ 1812409 h 3382591"/>
                      <a:gd name="connsiteX74" fmla="*/ 2170545 w 5689600"/>
                      <a:gd name="connsiteY74" fmla="*/ 1867827 h 3382591"/>
                      <a:gd name="connsiteX75" fmla="*/ 2096654 w 5689600"/>
                      <a:gd name="connsiteY75" fmla="*/ 1895536 h 3382591"/>
                      <a:gd name="connsiteX76" fmla="*/ 2050472 w 5689600"/>
                      <a:gd name="connsiteY76" fmla="*/ 1904773 h 3382591"/>
                      <a:gd name="connsiteX77" fmla="*/ 1967345 w 5689600"/>
                      <a:gd name="connsiteY77" fmla="*/ 1923245 h 3382591"/>
                      <a:gd name="connsiteX78" fmla="*/ 1911927 w 5689600"/>
                      <a:gd name="connsiteY78" fmla="*/ 1932482 h 3382591"/>
                      <a:gd name="connsiteX79" fmla="*/ 1884218 w 5689600"/>
                      <a:gd name="connsiteY79" fmla="*/ 1941718 h 3382591"/>
                      <a:gd name="connsiteX80" fmla="*/ 1819563 w 5689600"/>
                      <a:gd name="connsiteY80" fmla="*/ 1950955 h 3382591"/>
                      <a:gd name="connsiteX81" fmla="*/ 1773381 w 5689600"/>
                      <a:gd name="connsiteY81" fmla="*/ 1960191 h 3382591"/>
                      <a:gd name="connsiteX82" fmla="*/ 1745672 w 5689600"/>
                      <a:gd name="connsiteY82" fmla="*/ 1978664 h 3382591"/>
                      <a:gd name="connsiteX83" fmla="*/ 1625600 w 5689600"/>
                      <a:gd name="connsiteY83" fmla="*/ 2024845 h 3382591"/>
                      <a:gd name="connsiteX84" fmla="*/ 1551709 w 5689600"/>
                      <a:gd name="connsiteY84" fmla="*/ 2043318 h 3382591"/>
                      <a:gd name="connsiteX85" fmla="*/ 1524000 w 5689600"/>
                      <a:gd name="connsiteY85" fmla="*/ 2052555 h 3382591"/>
                      <a:gd name="connsiteX86" fmla="*/ 1496290 w 5689600"/>
                      <a:gd name="connsiteY86" fmla="*/ 2071027 h 3382591"/>
                      <a:gd name="connsiteX87" fmla="*/ 1487054 w 5689600"/>
                      <a:gd name="connsiteY87" fmla="*/ 2098736 h 3382591"/>
                      <a:gd name="connsiteX88" fmla="*/ 1450109 w 5689600"/>
                      <a:gd name="connsiteY88" fmla="*/ 2135682 h 3382591"/>
                      <a:gd name="connsiteX89" fmla="*/ 1422400 w 5689600"/>
                      <a:gd name="connsiteY89" fmla="*/ 2144918 h 3382591"/>
                      <a:gd name="connsiteX90" fmla="*/ 1283854 w 5689600"/>
                      <a:gd name="connsiteY90" fmla="*/ 2163391 h 3382591"/>
                      <a:gd name="connsiteX91" fmla="*/ 1246909 w 5689600"/>
                      <a:gd name="connsiteY91" fmla="*/ 2181864 h 3382591"/>
                      <a:gd name="connsiteX92" fmla="*/ 1163781 w 5689600"/>
                      <a:gd name="connsiteY92" fmla="*/ 2209573 h 3382591"/>
                      <a:gd name="connsiteX93" fmla="*/ 1136072 w 5689600"/>
                      <a:gd name="connsiteY93" fmla="*/ 2228045 h 3382591"/>
                      <a:gd name="connsiteX94" fmla="*/ 1089890 w 5689600"/>
                      <a:gd name="connsiteY94" fmla="*/ 2237282 h 3382591"/>
                      <a:gd name="connsiteX95" fmla="*/ 1052945 w 5689600"/>
                      <a:gd name="connsiteY95" fmla="*/ 2246518 h 3382591"/>
                      <a:gd name="connsiteX96" fmla="*/ 1025236 w 5689600"/>
                      <a:gd name="connsiteY96" fmla="*/ 2274227 h 3382591"/>
                      <a:gd name="connsiteX97" fmla="*/ 942109 w 5689600"/>
                      <a:gd name="connsiteY97" fmla="*/ 2311173 h 3382591"/>
                      <a:gd name="connsiteX98" fmla="*/ 877454 w 5689600"/>
                      <a:gd name="connsiteY98" fmla="*/ 2375827 h 3382591"/>
                      <a:gd name="connsiteX99" fmla="*/ 849745 w 5689600"/>
                      <a:gd name="connsiteY99" fmla="*/ 2403536 h 3382591"/>
                      <a:gd name="connsiteX100" fmla="*/ 775854 w 5689600"/>
                      <a:gd name="connsiteY100" fmla="*/ 2449718 h 3382591"/>
                      <a:gd name="connsiteX101" fmla="*/ 729672 w 5689600"/>
                      <a:gd name="connsiteY101" fmla="*/ 2458955 h 3382591"/>
                      <a:gd name="connsiteX102" fmla="*/ 609600 w 5689600"/>
                      <a:gd name="connsiteY102" fmla="*/ 2440482 h 3382591"/>
                      <a:gd name="connsiteX103" fmla="*/ 535709 w 5689600"/>
                      <a:gd name="connsiteY103" fmla="*/ 2403536 h 3382591"/>
                      <a:gd name="connsiteX104" fmla="*/ 471054 w 5689600"/>
                      <a:gd name="connsiteY104" fmla="*/ 2375827 h 3382591"/>
                      <a:gd name="connsiteX105" fmla="*/ 323272 w 5689600"/>
                      <a:gd name="connsiteY105" fmla="*/ 2301936 h 3382591"/>
                      <a:gd name="connsiteX106" fmla="*/ 230909 w 5689600"/>
                      <a:gd name="connsiteY106" fmla="*/ 2283464 h 3382591"/>
                      <a:gd name="connsiteX107" fmla="*/ 73890 w 5689600"/>
                      <a:gd name="connsiteY107" fmla="*/ 2255755 h 3382591"/>
                      <a:gd name="connsiteX108" fmla="*/ 0 w 5689600"/>
                      <a:gd name="connsiteY108" fmla="*/ 2237282 h 3382591"/>
                      <a:gd name="connsiteX109" fmla="*/ 73890 w 5689600"/>
                      <a:gd name="connsiteY109" fmla="*/ 2246518 h 3382591"/>
                      <a:gd name="connsiteX110" fmla="*/ 101600 w 5689600"/>
                      <a:gd name="connsiteY110" fmla="*/ 2264991 h 3382591"/>
                      <a:gd name="connsiteX111" fmla="*/ 157018 w 5689600"/>
                      <a:gd name="connsiteY111" fmla="*/ 2274227 h 3382591"/>
                      <a:gd name="connsiteX112" fmla="*/ 212436 w 5689600"/>
                      <a:gd name="connsiteY112" fmla="*/ 2320409 h 3382591"/>
                      <a:gd name="connsiteX113" fmla="*/ 249381 w 5689600"/>
                      <a:gd name="connsiteY113" fmla="*/ 2348118 h 3382591"/>
                      <a:gd name="connsiteX114" fmla="*/ 267854 w 5689600"/>
                      <a:gd name="connsiteY114" fmla="*/ 2375827 h 3382591"/>
                      <a:gd name="connsiteX115" fmla="*/ 332509 w 5689600"/>
                      <a:gd name="connsiteY115" fmla="*/ 2431245 h 3382591"/>
                      <a:gd name="connsiteX116" fmla="*/ 341745 w 5689600"/>
                      <a:gd name="connsiteY116" fmla="*/ 2468191 h 3382591"/>
                      <a:gd name="connsiteX117" fmla="*/ 360218 w 5689600"/>
                      <a:gd name="connsiteY117" fmla="*/ 2495900 h 3382591"/>
                      <a:gd name="connsiteX118" fmla="*/ 415636 w 5689600"/>
                      <a:gd name="connsiteY118" fmla="*/ 2579027 h 3382591"/>
                      <a:gd name="connsiteX119" fmla="*/ 443345 w 5689600"/>
                      <a:gd name="connsiteY119" fmla="*/ 2699100 h 3382591"/>
                      <a:gd name="connsiteX120" fmla="*/ 471054 w 5689600"/>
                      <a:gd name="connsiteY120" fmla="*/ 2819173 h 3382591"/>
                      <a:gd name="connsiteX121" fmla="*/ 489527 w 5689600"/>
                      <a:gd name="connsiteY121" fmla="*/ 2874591 h 3382591"/>
                      <a:gd name="connsiteX122" fmla="*/ 498763 w 5689600"/>
                      <a:gd name="connsiteY122" fmla="*/ 2911536 h 3382591"/>
                      <a:gd name="connsiteX123" fmla="*/ 526472 w 5689600"/>
                      <a:gd name="connsiteY123" fmla="*/ 3040845 h 3382591"/>
                      <a:gd name="connsiteX124" fmla="*/ 535709 w 5689600"/>
                      <a:gd name="connsiteY124" fmla="*/ 3068555 h 3382591"/>
                      <a:gd name="connsiteX125" fmla="*/ 544945 w 5689600"/>
                      <a:gd name="connsiteY125" fmla="*/ 3142445 h 3382591"/>
                      <a:gd name="connsiteX126" fmla="*/ 572654 w 5689600"/>
                      <a:gd name="connsiteY126" fmla="*/ 3253282 h 3382591"/>
                      <a:gd name="connsiteX127" fmla="*/ 600363 w 5689600"/>
                      <a:gd name="connsiteY127" fmla="*/ 3271755 h 3382591"/>
                      <a:gd name="connsiteX128" fmla="*/ 637309 w 5689600"/>
                      <a:gd name="connsiteY128" fmla="*/ 3308700 h 3382591"/>
                      <a:gd name="connsiteX129" fmla="*/ 720436 w 5689600"/>
                      <a:gd name="connsiteY129" fmla="*/ 3327173 h 3382591"/>
                      <a:gd name="connsiteX130" fmla="*/ 1052945 w 5689600"/>
                      <a:gd name="connsiteY130" fmla="*/ 3354882 h 3382591"/>
                      <a:gd name="connsiteX131" fmla="*/ 1136072 w 5689600"/>
                      <a:gd name="connsiteY131" fmla="*/ 3364118 h 3382591"/>
                      <a:gd name="connsiteX132" fmla="*/ 1191490 w 5689600"/>
                      <a:gd name="connsiteY132" fmla="*/ 3382591 h 3382591"/>
                      <a:gd name="connsiteX133" fmla="*/ 1366981 w 5689600"/>
                      <a:gd name="connsiteY133" fmla="*/ 3364118 h 3382591"/>
                      <a:gd name="connsiteX134" fmla="*/ 1487054 w 5689600"/>
                      <a:gd name="connsiteY134" fmla="*/ 3336409 h 3382591"/>
                      <a:gd name="connsiteX135" fmla="*/ 1542472 w 5689600"/>
                      <a:gd name="connsiteY135" fmla="*/ 3327173 h 3382591"/>
                      <a:gd name="connsiteX136" fmla="*/ 1607127 w 5689600"/>
                      <a:gd name="connsiteY136" fmla="*/ 3308700 h 3382591"/>
                      <a:gd name="connsiteX137" fmla="*/ 1662545 w 5689600"/>
                      <a:gd name="connsiteY137" fmla="*/ 3271755 h 3382591"/>
                      <a:gd name="connsiteX138" fmla="*/ 1745672 w 5689600"/>
                      <a:gd name="connsiteY138" fmla="*/ 3225573 h 3382591"/>
                      <a:gd name="connsiteX139" fmla="*/ 1773381 w 5689600"/>
                      <a:gd name="connsiteY139" fmla="*/ 3207100 h 3382591"/>
                      <a:gd name="connsiteX140" fmla="*/ 1810327 w 5689600"/>
                      <a:gd name="connsiteY140" fmla="*/ 3179391 h 3382591"/>
                      <a:gd name="connsiteX141" fmla="*/ 1884218 w 5689600"/>
                      <a:gd name="connsiteY141" fmla="*/ 3142445 h 3382591"/>
                      <a:gd name="connsiteX142" fmla="*/ 2013527 w 5689600"/>
                      <a:gd name="connsiteY142" fmla="*/ 3050082 h 3382591"/>
                      <a:gd name="connsiteX143" fmla="*/ 2078181 w 5689600"/>
                      <a:gd name="connsiteY143" fmla="*/ 2994664 h 3382591"/>
                      <a:gd name="connsiteX144" fmla="*/ 2161309 w 5689600"/>
                      <a:gd name="connsiteY144" fmla="*/ 2948482 h 3382591"/>
                      <a:gd name="connsiteX145" fmla="*/ 2216727 w 5689600"/>
                      <a:gd name="connsiteY145" fmla="*/ 2939245 h 3382591"/>
                      <a:gd name="connsiteX146" fmla="*/ 2244436 w 5689600"/>
                      <a:gd name="connsiteY146" fmla="*/ 2930009 h 3382591"/>
                      <a:gd name="connsiteX147" fmla="*/ 2309090 w 5689600"/>
                      <a:gd name="connsiteY147" fmla="*/ 2920773 h 3382591"/>
                      <a:gd name="connsiteX148" fmla="*/ 2382981 w 5689600"/>
                      <a:gd name="connsiteY148" fmla="*/ 2883827 h 3382591"/>
                      <a:gd name="connsiteX149" fmla="*/ 2419927 w 5689600"/>
                      <a:gd name="connsiteY149" fmla="*/ 2874591 h 3382591"/>
                      <a:gd name="connsiteX150" fmla="*/ 2447636 w 5689600"/>
                      <a:gd name="connsiteY150" fmla="*/ 2856118 h 3382591"/>
                      <a:gd name="connsiteX151" fmla="*/ 2475345 w 5689600"/>
                      <a:gd name="connsiteY151" fmla="*/ 2846882 h 3382591"/>
                      <a:gd name="connsiteX152" fmla="*/ 2521527 w 5689600"/>
                      <a:gd name="connsiteY152" fmla="*/ 2809936 h 3382591"/>
                      <a:gd name="connsiteX153" fmla="*/ 2576945 w 5689600"/>
                      <a:gd name="connsiteY153" fmla="*/ 2726809 h 3382591"/>
                      <a:gd name="connsiteX154" fmla="*/ 2595418 w 5689600"/>
                      <a:gd name="connsiteY154" fmla="*/ 2689864 h 3382591"/>
                      <a:gd name="connsiteX155" fmla="*/ 2660072 w 5689600"/>
                      <a:gd name="connsiteY155" fmla="*/ 2597500 h 3382591"/>
                      <a:gd name="connsiteX156" fmla="*/ 2687781 w 5689600"/>
                      <a:gd name="connsiteY156" fmla="*/ 2588264 h 3382591"/>
                      <a:gd name="connsiteX157" fmla="*/ 2724727 w 5689600"/>
                      <a:gd name="connsiteY157" fmla="*/ 2560555 h 3382591"/>
                      <a:gd name="connsiteX158" fmla="*/ 2761672 w 5689600"/>
                      <a:gd name="connsiteY158" fmla="*/ 2523609 h 3382591"/>
                      <a:gd name="connsiteX159" fmla="*/ 2826327 w 5689600"/>
                      <a:gd name="connsiteY159" fmla="*/ 2486664 h 3382591"/>
                      <a:gd name="connsiteX160" fmla="*/ 2854036 w 5689600"/>
                      <a:gd name="connsiteY160" fmla="*/ 2458955 h 3382591"/>
                      <a:gd name="connsiteX161" fmla="*/ 2909454 w 5689600"/>
                      <a:gd name="connsiteY161" fmla="*/ 2412773 h 3382591"/>
                      <a:gd name="connsiteX162" fmla="*/ 2937163 w 5689600"/>
                      <a:gd name="connsiteY162" fmla="*/ 2338882 h 3382591"/>
                      <a:gd name="connsiteX163" fmla="*/ 2974109 w 5689600"/>
                      <a:gd name="connsiteY163" fmla="*/ 2311173 h 3382591"/>
                      <a:gd name="connsiteX164" fmla="*/ 3029527 w 5689600"/>
                      <a:gd name="connsiteY164" fmla="*/ 2274227 h 3382591"/>
                      <a:gd name="connsiteX165" fmla="*/ 3121890 w 5689600"/>
                      <a:gd name="connsiteY165" fmla="*/ 2218809 h 3382591"/>
                      <a:gd name="connsiteX166" fmla="*/ 3177309 w 5689600"/>
                      <a:gd name="connsiteY166" fmla="*/ 2172627 h 3382591"/>
                      <a:gd name="connsiteX167" fmla="*/ 3214254 w 5689600"/>
                      <a:gd name="connsiteY167" fmla="*/ 2154155 h 3382591"/>
                      <a:gd name="connsiteX168" fmla="*/ 3288145 w 5689600"/>
                      <a:gd name="connsiteY168" fmla="*/ 2098736 h 3382591"/>
                      <a:gd name="connsiteX169" fmla="*/ 3371272 w 5689600"/>
                      <a:gd name="connsiteY169" fmla="*/ 2043318 h 3382591"/>
                      <a:gd name="connsiteX170" fmla="*/ 3426690 w 5689600"/>
                      <a:gd name="connsiteY170" fmla="*/ 2024845 h 3382591"/>
                      <a:gd name="connsiteX171" fmla="*/ 3454400 w 5689600"/>
                      <a:gd name="connsiteY171" fmla="*/ 2015609 h 3382591"/>
                      <a:gd name="connsiteX172" fmla="*/ 3509818 w 5689600"/>
                      <a:gd name="connsiteY172" fmla="*/ 1987900 h 3382591"/>
                      <a:gd name="connsiteX173" fmla="*/ 3546763 w 5689600"/>
                      <a:gd name="connsiteY173" fmla="*/ 1978664 h 3382591"/>
                      <a:gd name="connsiteX174" fmla="*/ 3592945 w 5689600"/>
                      <a:gd name="connsiteY174" fmla="*/ 1960191 h 3382591"/>
                      <a:gd name="connsiteX175" fmla="*/ 3694545 w 5689600"/>
                      <a:gd name="connsiteY175" fmla="*/ 1941718 h 3382591"/>
                      <a:gd name="connsiteX176" fmla="*/ 3722254 w 5689600"/>
                      <a:gd name="connsiteY176" fmla="*/ 1932482 h 3382591"/>
                      <a:gd name="connsiteX177" fmla="*/ 3759200 w 5689600"/>
                      <a:gd name="connsiteY177" fmla="*/ 1914009 h 3382591"/>
                      <a:gd name="connsiteX178" fmla="*/ 3796145 w 5689600"/>
                      <a:gd name="connsiteY178" fmla="*/ 1904773 h 3382591"/>
                      <a:gd name="connsiteX179" fmla="*/ 3823854 w 5689600"/>
                      <a:gd name="connsiteY179" fmla="*/ 1886300 h 3382591"/>
                      <a:gd name="connsiteX180" fmla="*/ 3870036 w 5689600"/>
                      <a:gd name="connsiteY180" fmla="*/ 1858591 h 3382591"/>
                      <a:gd name="connsiteX181" fmla="*/ 3953163 w 5689600"/>
                      <a:gd name="connsiteY181" fmla="*/ 1803173 h 3382591"/>
                      <a:gd name="connsiteX182" fmla="*/ 4008581 w 5689600"/>
                      <a:gd name="connsiteY182" fmla="*/ 1747755 h 3382591"/>
                      <a:gd name="connsiteX183" fmla="*/ 4036290 w 5689600"/>
                      <a:gd name="connsiteY183" fmla="*/ 1710809 h 3382591"/>
                      <a:gd name="connsiteX184" fmla="*/ 4027054 w 5689600"/>
                      <a:gd name="connsiteY184" fmla="*/ 1544555 h 3382591"/>
                      <a:gd name="connsiteX185" fmla="*/ 3980872 w 5689600"/>
                      <a:gd name="connsiteY185" fmla="*/ 1489136 h 3382591"/>
                      <a:gd name="connsiteX186" fmla="*/ 3906981 w 5689600"/>
                      <a:gd name="connsiteY186" fmla="*/ 1406009 h 3382591"/>
                      <a:gd name="connsiteX187" fmla="*/ 3833090 w 5689600"/>
                      <a:gd name="connsiteY187" fmla="*/ 1359827 h 3382591"/>
                      <a:gd name="connsiteX188" fmla="*/ 3805381 w 5689600"/>
                      <a:gd name="connsiteY188" fmla="*/ 1332118 h 3382591"/>
                      <a:gd name="connsiteX189" fmla="*/ 3759200 w 5689600"/>
                      <a:gd name="connsiteY189" fmla="*/ 1267464 h 3382591"/>
                      <a:gd name="connsiteX190" fmla="*/ 3546763 w 5689600"/>
                      <a:gd name="connsiteY190" fmla="*/ 1138155 h 3382591"/>
                      <a:gd name="connsiteX191" fmla="*/ 3454400 w 5689600"/>
                      <a:gd name="connsiteY191" fmla="*/ 1027318 h 3382591"/>
                      <a:gd name="connsiteX192" fmla="*/ 3417454 w 5689600"/>
                      <a:gd name="connsiteY192" fmla="*/ 981136 h 3382591"/>
                      <a:gd name="connsiteX193" fmla="*/ 3398981 w 5689600"/>
                      <a:gd name="connsiteY193" fmla="*/ 953427 h 3382591"/>
                      <a:gd name="connsiteX194" fmla="*/ 3334327 w 5689600"/>
                      <a:gd name="connsiteY194" fmla="*/ 898009 h 3382591"/>
                      <a:gd name="connsiteX195" fmla="*/ 3260436 w 5689600"/>
                      <a:gd name="connsiteY195" fmla="*/ 824118 h 3382591"/>
                      <a:gd name="connsiteX196" fmla="*/ 3214254 w 5689600"/>
                      <a:gd name="connsiteY196" fmla="*/ 759464 h 3382591"/>
                      <a:gd name="connsiteX197" fmla="*/ 3205018 w 5689600"/>
                      <a:gd name="connsiteY197" fmla="*/ 731755 h 3382591"/>
                      <a:gd name="connsiteX198" fmla="*/ 3131127 w 5689600"/>
                      <a:gd name="connsiteY198" fmla="*/ 648627 h 3382591"/>
                      <a:gd name="connsiteX199" fmla="*/ 3075709 w 5689600"/>
                      <a:gd name="connsiteY199" fmla="*/ 547027 h 3382591"/>
                      <a:gd name="connsiteX200" fmla="*/ 3029527 w 5689600"/>
                      <a:gd name="connsiteY200" fmla="*/ 445427 h 3382591"/>
                      <a:gd name="connsiteX201" fmla="*/ 2992581 w 5689600"/>
                      <a:gd name="connsiteY201" fmla="*/ 408482 h 3382591"/>
                      <a:gd name="connsiteX202" fmla="*/ 2974109 w 5689600"/>
                      <a:gd name="connsiteY202" fmla="*/ 371536 h 3382591"/>
                      <a:gd name="connsiteX203" fmla="*/ 2955636 w 5689600"/>
                      <a:gd name="connsiteY203" fmla="*/ 343827 h 3382591"/>
                      <a:gd name="connsiteX204" fmla="*/ 2946400 w 5689600"/>
                      <a:gd name="connsiteY204" fmla="*/ 316118 h 3382591"/>
                      <a:gd name="connsiteX205" fmla="*/ 2909454 w 5689600"/>
                      <a:gd name="connsiteY205" fmla="*/ 260700 h 3382591"/>
                      <a:gd name="connsiteX206" fmla="*/ 2872509 w 5689600"/>
                      <a:gd name="connsiteY206" fmla="*/ 186809 h 3382591"/>
                      <a:gd name="connsiteX207" fmla="*/ 2835563 w 5689600"/>
                      <a:gd name="connsiteY207" fmla="*/ 103682 h 3382591"/>
                      <a:gd name="connsiteX208" fmla="*/ 2817090 w 5689600"/>
                      <a:gd name="connsiteY208" fmla="*/ 39027 h 3382591"/>
                      <a:gd name="connsiteX209" fmla="*/ 2798618 w 5689600"/>
                      <a:gd name="connsiteY209" fmla="*/ 2082 h 3382591"/>
                      <a:gd name="connsiteX210" fmla="*/ 2854036 w 5689600"/>
                      <a:gd name="connsiteY210" fmla="*/ 20555 h 3382591"/>
                      <a:gd name="connsiteX211" fmla="*/ 2946400 w 5689600"/>
                      <a:gd name="connsiteY211" fmla="*/ 85209 h 3382591"/>
                      <a:gd name="connsiteX212" fmla="*/ 3048000 w 5689600"/>
                      <a:gd name="connsiteY212" fmla="*/ 131391 h 3382591"/>
                      <a:gd name="connsiteX213" fmla="*/ 3084945 w 5689600"/>
                      <a:gd name="connsiteY213" fmla="*/ 140627 h 3382591"/>
                      <a:gd name="connsiteX214" fmla="*/ 3241963 w 5689600"/>
                      <a:gd name="connsiteY214" fmla="*/ 177573 h 3382591"/>
                      <a:gd name="connsiteX215" fmla="*/ 3269672 w 5689600"/>
                      <a:gd name="connsiteY215" fmla="*/ 186809 h 3382591"/>
                      <a:gd name="connsiteX216" fmla="*/ 3666836 w 5689600"/>
                      <a:gd name="connsiteY216" fmla="*/ 177573 h 3382591"/>
                      <a:gd name="connsiteX217" fmla="*/ 3694545 w 5689600"/>
                      <a:gd name="connsiteY217" fmla="*/ 168336 h 3382591"/>
                      <a:gd name="connsiteX218" fmla="*/ 3740727 w 5689600"/>
                      <a:gd name="connsiteY218" fmla="*/ 149864 h 3382591"/>
                      <a:gd name="connsiteX219" fmla="*/ 3823854 w 5689600"/>
                      <a:gd name="connsiteY219" fmla="*/ 112918 h 3382591"/>
                      <a:gd name="connsiteX220" fmla="*/ 3888509 w 5689600"/>
                      <a:gd name="connsiteY220" fmla="*/ 94445 h 3382591"/>
                      <a:gd name="connsiteX221" fmla="*/ 3943927 w 5689600"/>
                      <a:gd name="connsiteY221" fmla="*/ 75973 h 3382591"/>
                      <a:gd name="connsiteX222" fmla="*/ 4110181 w 5689600"/>
                      <a:gd name="connsiteY222" fmla="*/ 57500 h 3382591"/>
                      <a:gd name="connsiteX223" fmla="*/ 4221018 w 5689600"/>
                      <a:gd name="connsiteY223" fmla="*/ 66736 h 3382591"/>
                      <a:gd name="connsiteX224" fmla="*/ 4276436 w 5689600"/>
                      <a:gd name="connsiteY224" fmla="*/ 75973 h 3382591"/>
                      <a:gd name="connsiteX225" fmla="*/ 4461163 w 5689600"/>
                      <a:gd name="connsiteY225" fmla="*/ 66736 h 3382591"/>
                      <a:gd name="connsiteX226" fmla="*/ 4525818 w 5689600"/>
                      <a:gd name="connsiteY226" fmla="*/ 57500 h 3382591"/>
                      <a:gd name="connsiteX227" fmla="*/ 4581236 w 5689600"/>
                      <a:gd name="connsiteY227" fmla="*/ 48264 h 3382591"/>
                      <a:gd name="connsiteX228" fmla="*/ 4719781 w 5689600"/>
                      <a:gd name="connsiteY228" fmla="*/ 57500 h 3382591"/>
                      <a:gd name="connsiteX229" fmla="*/ 4682836 w 5689600"/>
                      <a:gd name="connsiteY229" fmla="*/ 140627 h 3382591"/>
                      <a:gd name="connsiteX230" fmla="*/ 4664363 w 5689600"/>
                      <a:gd name="connsiteY230" fmla="*/ 232991 h 3382591"/>
                      <a:gd name="connsiteX231" fmla="*/ 4710545 w 5689600"/>
                      <a:gd name="connsiteY231" fmla="*/ 316118 h 3382591"/>
                      <a:gd name="connsiteX232" fmla="*/ 4895272 w 5689600"/>
                      <a:gd name="connsiteY232" fmla="*/ 353064 h 3382591"/>
                      <a:gd name="connsiteX233" fmla="*/ 4922981 w 5689600"/>
                      <a:gd name="connsiteY233" fmla="*/ 380773 h 3382591"/>
                      <a:gd name="connsiteX234" fmla="*/ 4950690 w 5689600"/>
                      <a:gd name="connsiteY234" fmla="*/ 417718 h 3382591"/>
                      <a:gd name="connsiteX235" fmla="*/ 4978400 w 5689600"/>
                      <a:gd name="connsiteY235" fmla="*/ 436191 h 3382591"/>
                      <a:gd name="connsiteX236" fmla="*/ 4996872 w 5689600"/>
                      <a:gd name="connsiteY236" fmla="*/ 473136 h 3382591"/>
                      <a:gd name="connsiteX237" fmla="*/ 5006109 w 5689600"/>
                      <a:gd name="connsiteY237" fmla="*/ 500845 h 3382591"/>
                      <a:gd name="connsiteX238" fmla="*/ 5080000 w 5689600"/>
                      <a:gd name="connsiteY238" fmla="*/ 537791 h 3382591"/>
                      <a:gd name="connsiteX239" fmla="*/ 5153890 w 5689600"/>
                      <a:gd name="connsiteY239" fmla="*/ 491609 h 3382591"/>
                      <a:gd name="connsiteX240" fmla="*/ 5209309 w 5689600"/>
                      <a:gd name="connsiteY240" fmla="*/ 473136 h 3382591"/>
                      <a:gd name="connsiteX241" fmla="*/ 5227781 w 5689600"/>
                      <a:gd name="connsiteY241" fmla="*/ 565500 h 3382591"/>
                      <a:gd name="connsiteX242" fmla="*/ 5246254 w 5689600"/>
                      <a:gd name="connsiteY242" fmla="*/ 667100 h 3382591"/>
                      <a:gd name="connsiteX243" fmla="*/ 5246254 w 5689600"/>
                      <a:gd name="connsiteY243" fmla="*/ 916482 h 3382591"/>
                      <a:gd name="connsiteX244" fmla="*/ 5227781 w 5689600"/>
                      <a:gd name="connsiteY244" fmla="*/ 962664 h 3382591"/>
                      <a:gd name="connsiteX245" fmla="*/ 5218545 w 5689600"/>
                      <a:gd name="connsiteY245" fmla="*/ 990373 h 3382591"/>
                      <a:gd name="connsiteX246" fmla="*/ 5135418 w 5689600"/>
                      <a:gd name="connsiteY246" fmla="*/ 1073500 h 3382591"/>
                      <a:gd name="connsiteX247" fmla="*/ 5116945 w 5689600"/>
                      <a:gd name="connsiteY247" fmla="*/ 1239755 h 3382591"/>
                      <a:gd name="connsiteX248" fmla="*/ 5107709 w 5689600"/>
                      <a:gd name="connsiteY248" fmla="*/ 1304409 h 3382591"/>
                      <a:gd name="connsiteX249" fmla="*/ 5089236 w 5689600"/>
                      <a:gd name="connsiteY249" fmla="*/ 1332118 h 3382591"/>
                      <a:gd name="connsiteX250" fmla="*/ 5080000 w 5689600"/>
                      <a:gd name="connsiteY250" fmla="*/ 1359827 h 3382591"/>
                      <a:gd name="connsiteX251" fmla="*/ 5098472 w 5689600"/>
                      <a:gd name="connsiteY251" fmla="*/ 1470664 h 3382591"/>
                      <a:gd name="connsiteX252" fmla="*/ 5107709 w 5689600"/>
                      <a:gd name="connsiteY252" fmla="*/ 1553791 h 3382591"/>
                      <a:gd name="connsiteX253" fmla="*/ 5144654 w 5689600"/>
                      <a:gd name="connsiteY253" fmla="*/ 1636918 h 3382591"/>
                      <a:gd name="connsiteX254" fmla="*/ 5163127 w 5689600"/>
                      <a:gd name="connsiteY254" fmla="*/ 1683100 h 3382591"/>
                      <a:gd name="connsiteX255" fmla="*/ 5172363 w 5689600"/>
                      <a:gd name="connsiteY255" fmla="*/ 1738518 h 3382591"/>
                      <a:gd name="connsiteX256" fmla="*/ 5181600 w 5689600"/>
                      <a:gd name="connsiteY256" fmla="*/ 1830882 h 3382591"/>
                      <a:gd name="connsiteX257" fmla="*/ 5209309 w 5689600"/>
                      <a:gd name="connsiteY257" fmla="*/ 1867827 h 3382591"/>
                      <a:gd name="connsiteX258" fmla="*/ 5264727 w 5689600"/>
                      <a:gd name="connsiteY258" fmla="*/ 1950955 h 3382591"/>
                      <a:gd name="connsiteX259" fmla="*/ 5273963 w 5689600"/>
                      <a:gd name="connsiteY259" fmla="*/ 1997136 h 3382591"/>
                      <a:gd name="connsiteX260" fmla="*/ 5310909 w 5689600"/>
                      <a:gd name="connsiteY260" fmla="*/ 2043318 h 3382591"/>
                      <a:gd name="connsiteX261" fmla="*/ 5329381 w 5689600"/>
                      <a:gd name="connsiteY261" fmla="*/ 2080264 h 3382591"/>
                      <a:gd name="connsiteX262" fmla="*/ 5347854 w 5689600"/>
                      <a:gd name="connsiteY262" fmla="*/ 2107973 h 3382591"/>
                      <a:gd name="connsiteX263" fmla="*/ 5366327 w 5689600"/>
                      <a:gd name="connsiteY263" fmla="*/ 2181864 h 3382591"/>
                      <a:gd name="connsiteX264" fmla="*/ 5394036 w 5689600"/>
                      <a:gd name="connsiteY264" fmla="*/ 2209573 h 3382591"/>
                      <a:gd name="connsiteX265" fmla="*/ 5421745 w 5689600"/>
                      <a:gd name="connsiteY265" fmla="*/ 2218809 h 3382591"/>
                      <a:gd name="connsiteX266" fmla="*/ 5458690 w 5689600"/>
                      <a:gd name="connsiteY266" fmla="*/ 2237282 h 3382591"/>
                      <a:gd name="connsiteX267" fmla="*/ 5421745 w 5689600"/>
                      <a:gd name="connsiteY267" fmla="*/ 2301936 h 3382591"/>
                      <a:gd name="connsiteX268" fmla="*/ 5384800 w 5689600"/>
                      <a:gd name="connsiteY268" fmla="*/ 2477427 h 3382591"/>
                      <a:gd name="connsiteX269" fmla="*/ 5338618 w 5689600"/>
                      <a:gd name="connsiteY269" fmla="*/ 2532845 h 3382591"/>
                      <a:gd name="connsiteX270" fmla="*/ 5301672 w 5689600"/>
                      <a:gd name="connsiteY270" fmla="*/ 2615973 h 3382591"/>
                      <a:gd name="connsiteX271" fmla="*/ 5292436 w 5689600"/>
                      <a:gd name="connsiteY271" fmla="*/ 2671391 h 3382591"/>
                      <a:gd name="connsiteX272" fmla="*/ 5273963 w 5689600"/>
                      <a:gd name="connsiteY272" fmla="*/ 2699100 h 3382591"/>
                      <a:gd name="connsiteX273" fmla="*/ 5255490 w 5689600"/>
                      <a:gd name="connsiteY273" fmla="*/ 2736045 h 3382591"/>
                      <a:gd name="connsiteX274" fmla="*/ 5190836 w 5689600"/>
                      <a:gd name="connsiteY274" fmla="*/ 2828409 h 3382591"/>
                      <a:gd name="connsiteX275" fmla="*/ 5153890 w 5689600"/>
                      <a:gd name="connsiteY275" fmla="*/ 2856118 h 3382591"/>
                      <a:gd name="connsiteX276" fmla="*/ 5172363 w 5689600"/>
                      <a:gd name="connsiteY276" fmla="*/ 2966955 h 3382591"/>
                      <a:gd name="connsiteX277" fmla="*/ 5338618 w 5689600"/>
                      <a:gd name="connsiteY277" fmla="*/ 2948482 h 3382591"/>
                      <a:gd name="connsiteX278" fmla="*/ 5634181 w 5689600"/>
                      <a:gd name="connsiteY278" fmla="*/ 2957718 h 3382591"/>
                      <a:gd name="connsiteX279" fmla="*/ 5689600 w 5689600"/>
                      <a:gd name="connsiteY279" fmla="*/ 2966955 h 3382591"/>
                      <a:gd name="connsiteX280" fmla="*/ 5634181 w 5689600"/>
                      <a:gd name="connsiteY280" fmla="*/ 2976191 h 3382591"/>
                      <a:gd name="connsiteX281" fmla="*/ 5588000 w 5689600"/>
                      <a:gd name="connsiteY281" fmla="*/ 2994664 h 3382591"/>
                      <a:gd name="connsiteX282" fmla="*/ 5523345 w 5689600"/>
                      <a:gd name="connsiteY282" fmla="*/ 3013136 h 3382591"/>
                      <a:gd name="connsiteX283" fmla="*/ 5430981 w 5689600"/>
                      <a:gd name="connsiteY283" fmla="*/ 3031609 h 3382591"/>
                      <a:gd name="connsiteX284" fmla="*/ 5292436 w 5689600"/>
                      <a:gd name="connsiteY284" fmla="*/ 3068555 h 3382591"/>
                      <a:gd name="connsiteX285" fmla="*/ 5043054 w 5689600"/>
                      <a:gd name="connsiteY285" fmla="*/ 3059318 h 3382591"/>
                      <a:gd name="connsiteX286" fmla="*/ 5006109 w 5689600"/>
                      <a:gd name="connsiteY286" fmla="*/ 3040845 h 3382591"/>
                      <a:gd name="connsiteX287" fmla="*/ 4867563 w 5689600"/>
                      <a:gd name="connsiteY287" fmla="*/ 2994664 h 3382591"/>
                      <a:gd name="connsiteX288" fmla="*/ 4765963 w 5689600"/>
                      <a:gd name="connsiteY288" fmla="*/ 2966955 h 3382591"/>
                      <a:gd name="connsiteX289" fmla="*/ 4627418 w 5689600"/>
                      <a:gd name="connsiteY289" fmla="*/ 2939245 h 3382591"/>
                      <a:gd name="connsiteX290" fmla="*/ 4525818 w 5689600"/>
                      <a:gd name="connsiteY290" fmla="*/ 2893064 h 3382591"/>
                      <a:gd name="connsiteX291" fmla="*/ 4424218 w 5689600"/>
                      <a:gd name="connsiteY291" fmla="*/ 2837645 h 3382591"/>
                      <a:gd name="connsiteX292" fmla="*/ 4396509 w 5689600"/>
                      <a:gd name="connsiteY292" fmla="*/ 2809936 h 3382591"/>
                      <a:gd name="connsiteX293" fmla="*/ 4267200 w 5689600"/>
                      <a:gd name="connsiteY293" fmla="*/ 2726809 h 3382591"/>
                      <a:gd name="connsiteX294" fmla="*/ 4202545 w 5689600"/>
                      <a:gd name="connsiteY294" fmla="*/ 2662155 h 3382591"/>
                      <a:gd name="connsiteX295" fmla="*/ 4091709 w 5689600"/>
                      <a:gd name="connsiteY295" fmla="*/ 2560555 h 3382591"/>
                      <a:gd name="connsiteX296" fmla="*/ 4054763 w 5689600"/>
                      <a:gd name="connsiteY296" fmla="*/ 2514373 h 3382591"/>
                      <a:gd name="connsiteX297" fmla="*/ 4008581 w 5689600"/>
                      <a:gd name="connsiteY297" fmla="*/ 2431245 h 3382591"/>
                      <a:gd name="connsiteX298" fmla="*/ 3925454 w 5689600"/>
                      <a:gd name="connsiteY298" fmla="*/ 2375827 h 3382591"/>
                      <a:gd name="connsiteX299" fmla="*/ 3833090 w 5689600"/>
                      <a:gd name="connsiteY299" fmla="*/ 2385064 h 3382591"/>
                      <a:gd name="connsiteX300" fmla="*/ 3842327 w 5689600"/>
                      <a:gd name="connsiteY300" fmla="*/ 2412773 h 3382591"/>
                      <a:gd name="connsiteX301" fmla="*/ 3860800 w 5689600"/>
                      <a:gd name="connsiteY301" fmla="*/ 2477427 h 3382591"/>
                      <a:gd name="connsiteX302" fmla="*/ 3870036 w 5689600"/>
                      <a:gd name="connsiteY302" fmla="*/ 2652918 h 3382591"/>
                      <a:gd name="connsiteX303" fmla="*/ 3879272 w 5689600"/>
                      <a:gd name="connsiteY303" fmla="*/ 2745282 h 3382591"/>
                      <a:gd name="connsiteX304" fmla="*/ 3870036 w 5689600"/>
                      <a:gd name="connsiteY304" fmla="*/ 2966955 h 3382591"/>
                      <a:gd name="connsiteX305" fmla="*/ 3860800 w 5689600"/>
                      <a:gd name="connsiteY305" fmla="*/ 3050082 h 3382591"/>
                      <a:gd name="connsiteX306" fmla="*/ 3842327 w 5689600"/>
                      <a:gd name="connsiteY306" fmla="*/ 3114736 h 3382591"/>
                      <a:gd name="connsiteX307" fmla="*/ 3823854 w 5689600"/>
                      <a:gd name="connsiteY307" fmla="*/ 3280991 h 3382591"/>
                      <a:gd name="connsiteX308" fmla="*/ 3777672 w 5689600"/>
                      <a:gd name="connsiteY308" fmla="*/ 3364118 h 3382591"/>
                      <a:gd name="connsiteX309" fmla="*/ 3768436 w 5689600"/>
                      <a:gd name="connsiteY309" fmla="*/ 3382591 h 3382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Lst>
                    <a:rect l="l" t="t" r="r" b="b"/>
                    <a:pathLst>
                      <a:path w="5689600" h="3382591">
                        <a:moveTo>
                          <a:pt x="1634836" y="500845"/>
                        </a:moveTo>
                        <a:cubicBezTo>
                          <a:pt x="1619442" y="516239"/>
                          <a:pt x="1605503" y="533241"/>
                          <a:pt x="1588654" y="547027"/>
                        </a:cubicBezTo>
                        <a:cubicBezTo>
                          <a:pt x="1552960" y="576231"/>
                          <a:pt x="1512207" y="597140"/>
                          <a:pt x="1468581" y="611682"/>
                        </a:cubicBezTo>
                        <a:cubicBezTo>
                          <a:pt x="1435279" y="622783"/>
                          <a:pt x="1400487" y="628920"/>
                          <a:pt x="1366981" y="639391"/>
                        </a:cubicBezTo>
                        <a:cubicBezTo>
                          <a:pt x="1351156" y="644336"/>
                          <a:pt x="1335951" y="651130"/>
                          <a:pt x="1320800" y="657864"/>
                        </a:cubicBezTo>
                        <a:cubicBezTo>
                          <a:pt x="1308218" y="663456"/>
                          <a:pt x="1297042" y="672380"/>
                          <a:pt x="1283854" y="676336"/>
                        </a:cubicBezTo>
                        <a:cubicBezTo>
                          <a:pt x="1265916" y="681717"/>
                          <a:pt x="1246909" y="682494"/>
                          <a:pt x="1228436" y="685573"/>
                        </a:cubicBezTo>
                        <a:cubicBezTo>
                          <a:pt x="1181840" y="683354"/>
                          <a:pt x="1047870" y="720564"/>
                          <a:pt x="1006763" y="648627"/>
                        </a:cubicBezTo>
                        <a:cubicBezTo>
                          <a:pt x="1000465" y="637606"/>
                          <a:pt x="1000017" y="624129"/>
                          <a:pt x="997527" y="611682"/>
                        </a:cubicBezTo>
                        <a:cubicBezTo>
                          <a:pt x="993854" y="593318"/>
                          <a:pt x="991369" y="574737"/>
                          <a:pt x="988290" y="556264"/>
                        </a:cubicBezTo>
                        <a:cubicBezTo>
                          <a:pt x="985211" y="479294"/>
                          <a:pt x="1002336" y="398784"/>
                          <a:pt x="979054" y="325355"/>
                        </a:cubicBezTo>
                        <a:cubicBezTo>
                          <a:pt x="960443" y="266659"/>
                          <a:pt x="911759" y="221114"/>
                          <a:pt x="868218" y="177573"/>
                        </a:cubicBezTo>
                        <a:lnTo>
                          <a:pt x="775854" y="85209"/>
                        </a:lnTo>
                        <a:cubicBezTo>
                          <a:pt x="680412" y="91367"/>
                          <a:pt x="583736" y="87195"/>
                          <a:pt x="489527" y="103682"/>
                        </a:cubicBezTo>
                        <a:cubicBezTo>
                          <a:pt x="458304" y="109146"/>
                          <a:pt x="434309" y="134836"/>
                          <a:pt x="406400" y="149864"/>
                        </a:cubicBezTo>
                        <a:cubicBezTo>
                          <a:pt x="394277" y="156392"/>
                          <a:pt x="381409" y="161505"/>
                          <a:pt x="369454" y="168336"/>
                        </a:cubicBezTo>
                        <a:cubicBezTo>
                          <a:pt x="346813" y="181273"/>
                          <a:pt x="312282" y="209126"/>
                          <a:pt x="295563" y="223755"/>
                        </a:cubicBezTo>
                        <a:cubicBezTo>
                          <a:pt x="285733" y="232357"/>
                          <a:pt x="276216" y="241429"/>
                          <a:pt x="267854" y="251464"/>
                        </a:cubicBezTo>
                        <a:cubicBezTo>
                          <a:pt x="260747" y="259992"/>
                          <a:pt x="255539" y="269937"/>
                          <a:pt x="249381" y="279173"/>
                        </a:cubicBezTo>
                        <a:cubicBezTo>
                          <a:pt x="231214" y="406344"/>
                          <a:pt x="254768" y="281484"/>
                          <a:pt x="212436" y="408482"/>
                        </a:cubicBezTo>
                        <a:cubicBezTo>
                          <a:pt x="205685" y="428736"/>
                          <a:pt x="196054" y="504682"/>
                          <a:pt x="193963" y="519318"/>
                        </a:cubicBezTo>
                        <a:cubicBezTo>
                          <a:pt x="185735" y="650974"/>
                          <a:pt x="192016" y="631626"/>
                          <a:pt x="175490" y="722518"/>
                        </a:cubicBezTo>
                        <a:cubicBezTo>
                          <a:pt x="172682" y="737964"/>
                          <a:pt x="171479" y="753896"/>
                          <a:pt x="166254" y="768700"/>
                        </a:cubicBezTo>
                        <a:cubicBezTo>
                          <a:pt x="152933" y="806442"/>
                          <a:pt x="120072" y="879536"/>
                          <a:pt x="120072" y="879536"/>
                        </a:cubicBezTo>
                        <a:cubicBezTo>
                          <a:pt x="116993" y="904166"/>
                          <a:pt x="114610" y="928894"/>
                          <a:pt x="110836" y="953427"/>
                        </a:cubicBezTo>
                        <a:cubicBezTo>
                          <a:pt x="108449" y="968943"/>
                          <a:pt x="101600" y="983910"/>
                          <a:pt x="101600" y="999609"/>
                        </a:cubicBezTo>
                        <a:cubicBezTo>
                          <a:pt x="101600" y="1055660"/>
                          <a:pt x="149898" y="1070104"/>
                          <a:pt x="193963" y="1101209"/>
                        </a:cubicBezTo>
                        <a:cubicBezTo>
                          <a:pt x="267225" y="1152923"/>
                          <a:pt x="246908" y="1143202"/>
                          <a:pt x="314036" y="1156627"/>
                        </a:cubicBezTo>
                        <a:cubicBezTo>
                          <a:pt x="317115" y="1165863"/>
                          <a:pt x="318366" y="1175926"/>
                          <a:pt x="323272" y="1184336"/>
                        </a:cubicBezTo>
                        <a:cubicBezTo>
                          <a:pt x="340052" y="1213102"/>
                          <a:pt x="378690" y="1267464"/>
                          <a:pt x="378690" y="1267464"/>
                        </a:cubicBezTo>
                        <a:cubicBezTo>
                          <a:pt x="381769" y="1285937"/>
                          <a:pt x="384254" y="1304518"/>
                          <a:pt x="387927" y="1322882"/>
                        </a:cubicBezTo>
                        <a:cubicBezTo>
                          <a:pt x="390417" y="1335329"/>
                          <a:pt x="397163" y="1347133"/>
                          <a:pt x="397163" y="1359827"/>
                        </a:cubicBezTo>
                        <a:cubicBezTo>
                          <a:pt x="397163" y="1390769"/>
                          <a:pt x="391006" y="1421403"/>
                          <a:pt x="387927" y="1452191"/>
                        </a:cubicBezTo>
                        <a:cubicBezTo>
                          <a:pt x="394085" y="1479900"/>
                          <a:pt x="387412" y="1514220"/>
                          <a:pt x="406400" y="1535318"/>
                        </a:cubicBezTo>
                        <a:cubicBezTo>
                          <a:pt x="420963" y="1551500"/>
                          <a:pt x="449284" y="1544555"/>
                          <a:pt x="471054" y="1544555"/>
                        </a:cubicBezTo>
                        <a:cubicBezTo>
                          <a:pt x="532707" y="1544555"/>
                          <a:pt x="594205" y="1538397"/>
                          <a:pt x="655781" y="1535318"/>
                        </a:cubicBezTo>
                        <a:cubicBezTo>
                          <a:pt x="670002" y="1540059"/>
                          <a:pt x="702775" y="1548284"/>
                          <a:pt x="711200" y="1563027"/>
                        </a:cubicBezTo>
                        <a:cubicBezTo>
                          <a:pt x="718989" y="1576657"/>
                          <a:pt x="716629" y="1593979"/>
                          <a:pt x="720436" y="1609209"/>
                        </a:cubicBezTo>
                        <a:cubicBezTo>
                          <a:pt x="722797" y="1618654"/>
                          <a:pt x="726593" y="1627682"/>
                          <a:pt x="729672" y="1636918"/>
                        </a:cubicBezTo>
                        <a:cubicBezTo>
                          <a:pt x="745066" y="1633839"/>
                          <a:pt x="761100" y="1633047"/>
                          <a:pt x="775854" y="1627682"/>
                        </a:cubicBezTo>
                        <a:cubicBezTo>
                          <a:pt x="815198" y="1613375"/>
                          <a:pt x="836993" y="1597244"/>
                          <a:pt x="868218" y="1572264"/>
                        </a:cubicBezTo>
                        <a:cubicBezTo>
                          <a:pt x="887061" y="1557190"/>
                          <a:pt x="931952" y="1521644"/>
                          <a:pt x="951345" y="1498373"/>
                        </a:cubicBezTo>
                        <a:cubicBezTo>
                          <a:pt x="958452" y="1489845"/>
                          <a:pt x="963289" y="1479642"/>
                          <a:pt x="969818" y="1470664"/>
                        </a:cubicBezTo>
                        <a:cubicBezTo>
                          <a:pt x="987927" y="1445765"/>
                          <a:pt x="1006763" y="1421403"/>
                          <a:pt x="1025236" y="1396773"/>
                        </a:cubicBezTo>
                        <a:cubicBezTo>
                          <a:pt x="1034472" y="1384458"/>
                          <a:pt x="1047228" y="1374120"/>
                          <a:pt x="1052945" y="1359827"/>
                        </a:cubicBezTo>
                        <a:cubicBezTo>
                          <a:pt x="1059103" y="1344433"/>
                          <a:pt x="1065596" y="1329169"/>
                          <a:pt x="1071418" y="1313645"/>
                        </a:cubicBezTo>
                        <a:cubicBezTo>
                          <a:pt x="1080891" y="1288383"/>
                          <a:pt x="1078993" y="1272912"/>
                          <a:pt x="1108363" y="1258227"/>
                        </a:cubicBezTo>
                        <a:cubicBezTo>
                          <a:pt x="1122405" y="1251206"/>
                          <a:pt x="1139151" y="1252070"/>
                          <a:pt x="1154545" y="1248991"/>
                        </a:cubicBezTo>
                        <a:lnTo>
                          <a:pt x="1422400" y="1267464"/>
                        </a:lnTo>
                        <a:cubicBezTo>
                          <a:pt x="1444095" y="1269272"/>
                          <a:pt x="1465284" y="1276700"/>
                          <a:pt x="1487054" y="1276700"/>
                        </a:cubicBezTo>
                        <a:cubicBezTo>
                          <a:pt x="1543179" y="1276700"/>
                          <a:pt x="1638572" y="1264996"/>
                          <a:pt x="1699490" y="1258227"/>
                        </a:cubicBezTo>
                        <a:cubicBezTo>
                          <a:pt x="1721042" y="1252070"/>
                          <a:pt x="1743080" y="1247415"/>
                          <a:pt x="1764145" y="1239755"/>
                        </a:cubicBezTo>
                        <a:cubicBezTo>
                          <a:pt x="1777085" y="1235050"/>
                          <a:pt x="1789054" y="1227969"/>
                          <a:pt x="1801090" y="1221282"/>
                        </a:cubicBezTo>
                        <a:cubicBezTo>
                          <a:pt x="1816783" y="1212564"/>
                          <a:pt x="1832126" y="1203211"/>
                          <a:pt x="1847272" y="1193573"/>
                        </a:cubicBezTo>
                        <a:cubicBezTo>
                          <a:pt x="1866003" y="1181653"/>
                          <a:pt x="1883282" y="1167409"/>
                          <a:pt x="1902690" y="1156627"/>
                        </a:cubicBezTo>
                        <a:cubicBezTo>
                          <a:pt x="1911201" y="1151899"/>
                          <a:pt x="1921560" y="1151471"/>
                          <a:pt x="1930400" y="1147391"/>
                        </a:cubicBezTo>
                        <a:cubicBezTo>
                          <a:pt x="1961654" y="1132966"/>
                          <a:pt x="1991975" y="1116603"/>
                          <a:pt x="2022763" y="1101209"/>
                        </a:cubicBezTo>
                        <a:cubicBezTo>
                          <a:pt x="2079566" y="1072807"/>
                          <a:pt x="2048253" y="1090374"/>
                          <a:pt x="2115127" y="1045791"/>
                        </a:cubicBezTo>
                        <a:lnTo>
                          <a:pt x="2142836" y="1027318"/>
                        </a:lnTo>
                        <a:cubicBezTo>
                          <a:pt x="2173977" y="980608"/>
                          <a:pt x="2144404" y="1012680"/>
                          <a:pt x="2189018" y="990373"/>
                        </a:cubicBezTo>
                        <a:cubicBezTo>
                          <a:pt x="2205075" y="982345"/>
                          <a:pt x="2219143" y="970693"/>
                          <a:pt x="2235200" y="962664"/>
                        </a:cubicBezTo>
                        <a:cubicBezTo>
                          <a:pt x="2249968" y="955280"/>
                          <a:pt x="2286037" y="948139"/>
                          <a:pt x="2299854" y="944191"/>
                        </a:cubicBezTo>
                        <a:cubicBezTo>
                          <a:pt x="2309215" y="941516"/>
                          <a:pt x="2318327" y="938034"/>
                          <a:pt x="2327563" y="934955"/>
                        </a:cubicBezTo>
                        <a:cubicBezTo>
                          <a:pt x="2336799" y="941112"/>
                          <a:pt x="2348166" y="944899"/>
                          <a:pt x="2355272" y="953427"/>
                        </a:cubicBezTo>
                        <a:cubicBezTo>
                          <a:pt x="2373293" y="975052"/>
                          <a:pt x="2372789" y="994301"/>
                          <a:pt x="2382981" y="1018082"/>
                        </a:cubicBezTo>
                        <a:cubicBezTo>
                          <a:pt x="2388405" y="1030737"/>
                          <a:pt x="2395296" y="1042712"/>
                          <a:pt x="2401454" y="1055027"/>
                        </a:cubicBezTo>
                        <a:cubicBezTo>
                          <a:pt x="2409861" y="1122288"/>
                          <a:pt x="2432493" y="1222142"/>
                          <a:pt x="2364509" y="1267464"/>
                        </a:cubicBezTo>
                        <a:cubicBezTo>
                          <a:pt x="2356408" y="1272864"/>
                          <a:pt x="2346036" y="1273621"/>
                          <a:pt x="2336800" y="1276700"/>
                        </a:cubicBezTo>
                        <a:cubicBezTo>
                          <a:pt x="2324485" y="1289015"/>
                          <a:pt x="2308815" y="1298711"/>
                          <a:pt x="2299854" y="1313645"/>
                        </a:cubicBezTo>
                        <a:cubicBezTo>
                          <a:pt x="2289836" y="1330342"/>
                          <a:pt x="2292182" y="1352862"/>
                          <a:pt x="2281381" y="1369064"/>
                        </a:cubicBezTo>
                        <a:lnTo>
                          <a:pt x="2262909" y="1396773"/>
                        </a:lnTo>
                        <a:cubicBezTo>
                          <a:pt x="2259830" y="1415246"/>
                          <a:pt x="2253672" y="1433463"/>
                          <a:pt x="2253672" y="1452191"/>
                        </a:cubicBezTo>
                        <a:cubicBezTo>
                          <a:pt x="2253672" y="1641897"/>
                          <a:pt x="2252673" y="1621683"/>
                          <a:pt x="2272145" y="1738518"/>
                        </a:cubicBezTo>
                        <a:cubicBezTo>
                          <a:pt x="2269066" y="1763148"/>
                          <a:pt x="2272456" y="1789496"/>
                          <a:pt x="2262909" y="1812409"/>
                        </a:cubicBezTo>
                        <a:cubicBezTo>
                          <a:pt x="2246200" y="1852512"/>
                          <a:pt x="2204468" y="1855712"/>
                          <a:pt x="2170545" y="1867827"/>
                        </a:cubicBezTo>
                        <a:cubicBezTo>
                          <a:pt x="2145772" y="1876674"/>
                          <a:pt x="2121796" y="1887800"/>
                          <a:pt x="2096654" y="1895536"/>
                        </a:cubicBezTo>
                        <a:cubicBezTo>
                          <a:pt x="2081649" y="1900153"/>
                          <a:pt x="2065822" y="1901484"/>
                          <a:pt x="2050472" y="1904773"/>
                        </a:cubicBezTo>
                        <a:cubicBezTo>
                          <a:pt x="2022717" y="1910720"/>
                          <a:pt x="1995179" y="1917678"/>
                          <a:pt x="1967345" y="1923245"/>
                        </a:cubicBezTo>
                        <a:cubicBezTo>
                          <a:pt x="1948981" y="1926918"/>
                          <a:pt x="1930209" y="1928419"/>
                          <a:pt x="1911927" y="1932482"/>
                        </a:cubicBezTo>
                        <a:cubicBezTo>
                          <a:pt x="1902423" y="1934594"/>
                          <a:pt x="1893765" y="1939809"/>
                          <a:pt x="1884218" y="1941718"/>
                        </a:cubicBezTo>
                        <a:cubicBezTo>
                          <a:pt x="1862870" y="1945988"/>
                          <a:pt x="1841037" y="1947376"/>
                          <a:pt x="1819563" y="1950955"/>
                        </a:cubicBezTo>
                        <a:cubicBezTo>
                          <a:pt x="1804078" y="1953536"/>
                          <a:pt x="1788775" y="1957112"/>
                          <a:pt x="1773381" y="1960191"/>
                        </a:cubicBezTo>
                        <a:cubicBezTo>
                          <a:pt x="1764145" y="1966349"/>
                          <a:pt x="1755310" y="1973157"/>
                          <a:pt x="1745672" y="1978664"/>
                        </a:cubicBezTo>
                        <a:cubicBezTo>
                          <a:pt x="1708376" y="1999976"/>
                          <a:pt x="1667115" y="2014466"/>
                          <a:pt x="1625600" y="2024845"/>
                        </a:cubicBezTo>
                        <a:cubicBezTo>
                          <a:pt x="1600970" y="2031003"/>
                          <a:pt x="1575794" y="2035289"/>
                          <a:pt x="1551709" y="2043318"/>
                        </a:cubicBezTo>
                        <a:cubicBezTo>
                          <a:pt x="1542473" y="2046397"/>
                          <a:pt x="1532708" y="2048201"/>
                          <a:pt x="1524000" y="2052555"/>
                        </a:cubicBezTo>
                        <a:cubicBezTo>
                          <a:pt x="1514071" y="2057519"/>
                          <a:pt x="1505527" y="2064870"/>
                          <a:pt x="1496290" y="2071027"/>
                        </a:cubicBezTo>
                        <a:cubicBezTo>
                          <a:pt x="1493211" y="2080263"/>
                          <a:pt x="1492713" y="2090813"/>
                          <a:pt x="1487054" y="2098736"/>
                        </a:cubicBezTo>
                        <a:cubicBezTo>
                          <a:pt x="1476931" y="2112908"/>
                          <a:pt x="1464281" y="2125559"/>
                          <a:pt x="1450109" y="2135682"/>
                        </a:cubicBezTo>
                        <a:cubicBezTo>
                          <a:pt x="1442187" y="2141341"/>
                          <a:pt x="1431845" y="2142557"/>
                          <a:pt x="1422400" y="2144918"/>
                        </a:cubicBezTo>
                        <a:cubicBezTo>
                          <a:pt x="1371379" y="2157673"/>
                          <a:pt x="1341577" y="2157619"/>
                          <a:pt x="1283854" y="2163391"/>
                        </a:cubicBezTo>
                        <a:cubicBezTo>
                          <a:pt x="1271539" y="2169549"/>
                          <a:pt x="1259760" y="2176921"/>
                          <a:pt x="1246909" y="2181864"/>
                        </a:cubicBezTo>
                        <a:cubicBezTo>
                          <a:pt x="1219648" y="2192349"/>
                          <a:pt x="1188084" y="2193372"/>
                          <a:pt x="1163781" y="2209573"/>
                        </a:cubicBezTo>
                        <a:cubicBezTo>
                          <a:pt x="1154545" y="2215730"/>
                          <a:pt x="1146466" y="2224147"/>
                          <a:pt x="1136072" y="2228045"/>
                        </a:cubicBezTo>
                        <a:cubicBezTo>
                          <a:pt x="1121373" y="2233557"/>
                          <a:pt x="1105215" y="2233876"/>
                          <a:pt x="1089890" y="2237282"/>
                        </a:cubicBezTo>
                        <a:cubicBezTo>
                          <a:pt x="1077498" y="2240036"/>
                          <a:pt x="1065260" y="2243439"/>
                          <a:pt x="1052945" y="2246518"/>
                        </a:cubicBezTo>
                        <a:cubicBezTo>
                          <a:pt x="1043709" y="2255754"/>
                          <a:pt x="1036104" y="2266981"/>
                          <a:pt x="1025236" y="2274227"/>
                        </a:cubicBezTo>
                        <a:cubicBezTo>
                          <a:pt x="993175" y="2295601"/>
                          <a:pt x="974295" y="2300443"/>
                          <a:pt x="942109" y="2311173"/>
                        </a:cubicBezTo>
                        <a:lnTo>
                          <a:pt x="877454" y="2375827"/>
                        </a:lnTo>
                        <a:cubicBezTo>
                          <a:pt x="868218" y="2385063"/>
                          <a:pt x="860195" y="2395699"/>
                          <a:pt x="849745" y="2403536"/>
                        </a:cubicBezTo>
                        <a:cubicBezTo>
                          <a:pt x="824464" y="2422497"/>
                          <a:pt x="806284" y="2439575"/>
                          <a:pt x="775854" y="2449718"/>
                        </a:cubicBezTo>
                        <a:cubicBezTo>
                          <a:pt x="760961" y="2454683"/>
                          <a:pt x="745066" y="2455876"/>
                          <a:pt x="729672" y="2458955"/>
                        </a:cubicBezTo>
                        <a:cubicBezTo>
                          <a:pt x="689648" y="2452797"/>
                          <a:pt x="648537" y="2451607"/>
                          <a:pt x="609600" y="2440482"/>
                        </a:cubicBezTo>
                        <a:cubicBezTo>
                          <a:pt x="583122" y="2432917"/>
                          <a:pt x="560663" y="2415181"/>
                          <a:pt x="535709" y="2403536"/>
                        </a:cubicBezTo>
                        <a:cubicBezTo>
                          <a:pt x="514461" y="2393620"/>
                          <a:pt x="491699" y="2386943"/>
                          <a:pt x="471054" y="2375827"/>
                        </a:cubicBezTo>
                        <a:cubicBezTo>
                          <a:pt x="347231" y="2309154"/>
                          <a:pt x="497210" y="2364057"/>
                          <a:pt x="323272" y="2301936"/>
                        </a:cubicBezTo>
                        <a:cubicBezTo>
                          <a:pt x="295969" y="2292185"/>
                          <a:pt x="257820" y="2288846"/>
                          <a:pt x="230909" y="2283464"/>
                        </a:cubicBezTo>
                        <a:cubicBezTo>
                          <a:pt x="91738" y="2255630"/>
                          <a:pt x="203766" y="2271989"/>
                          <a:pt x="73890" y="2255755"/>
                        </a:cubicBezTo>
                        <a:cubicBezTo>
                          <a:pt x="49260" y="2249597"/>
                          <a:pt x="0" y="2262670"/>
                          <a:pt x="0" y="2237282"/>
                        </a:cubicBezTo>
                        <a:cubicBezTo>
                          <a:pt x="0" y="2212460"/>
                          <a:pt x="49943" y="2239987"/>
                          <a:pt x="73890" y="2246518"/>
                        </a:cubicBezTo>
                        <a:cubicBezTo>
                          <a:pt x="84600" y="2249439"/>
                          <a:pt x="91069" y="2261481"/>
                          <a:pt x="101600" y="2264991"/>
                        </a:cubicBezTo>
                        <a:cubicBezTo>
                          <a:pt x="119366" y="2270913"/>
                          <a:pt x="138545" y="2271148"/>
                          <a:pt x="157018" y="2274227"/>
                        </a:cubicBezTo>
                        <a:cubicBezTo>
                          <a:pt x="218260" y="2315056"/>
                          <a:pt x="150209" y="2267071"/>
                          <a:pt x="212436" y="2320409"/>
                        </a:cubicBezTo>
                        <a:cubicBezTo>
                          <a:pt x="224124" y="2330427"/>
                          <a:pt x="238496" y="2337233"/>
                          <a:pt x="249381" y="2348118"/>
                        </a:cubicBezTo>
                        <a:cubicBezTo>
                          <a:pt x="257230" y="2355967"/>
                          <a:pt x="260630" y="2367399"/>
                          <a:pt x="267854" y="2375827"/>
                        </a:cubicBezTo>
                        <a:cubicBezTo>
                          <a:pt x="297719" y="2410669"/>
                          <a:pt x="299825" y="2409456"/>
                          <a:pt x="332509" y="2431245"/>
                        </a:cubicBezTo>
                        <a:cubicBezTo>
                          <a:pt x="335588" y="2443560"/>
                          <a:pt x="336745" y="2456523"/>
                          <a:pt x="341745" y="2468191"/>
                        </a:cubicBezTo>
                        <a:cubicBezTo>
                          <a:pt x="346118" y="2478394"/>
                          <a:pt x="354711" y="2486262"/>
                          <a:pt x="360218" y="2495900"/>
                        </a:cubicBezTo>
                        <a:cubicBezTo>
                          <a:pt x="401152" y="2567535"/>
                          <a:pt x="350550" y="2497670"/>
                          <a:pt x="415636" y="2579027"/>
                        </a:cubicBezTo>
                        <a:cubicBezTo>
                          <a:pt x="433490" y="2686156"/>
                          <a:pt x="413822" y="2581009"/>
                          <a:pt x="443345" y="2699100"/>
                        </a:cubicBezTo>
                        <a:cubicBezTo>
                          <a:pt x="458000" y="2757721"/>
                          <a:pt x="448061" y="2750197"/>
                          <a:pt x="471054" y="2819173"/>
                        </a:cubicBezTo>
                        <a:cubicBezTo>
                          <a:pt x="477212" y="2837646"/>
                          <a:pt x="484804" y="2855700"/>
                          <a:pt x="489527" y="2874591"/>
                        </a:cubicBezTo>
                        <a:cubicBezTo>
                          <a:pt x="492606" y="2886906"/>
                          <a:pt x="496009" y="2899144"/>
                          <a:pt x="498763" y="2911536"/>
                        </a:cubicBezTo>
                        <a:cubicBezTo>
                          <a:pt x="508326" y="2954568"/>
                          <a:pt x="512532" y="2999026"/>
                          <a:pt x="526472" y="3040845"/>
                        </a:cubicBezTo>
                        <a:lnTo>
                          <a:pt x="535709" y="3068555"/>
                        </a:lnTo>
                        <a:cubicBezTo>
                          <a:pt x="538788" y="3093185"/>
                          <a:pt x="541665" y="3117841"/>
                          <a:pt x="544945" y="3142445"/>
                        </a:cubicBezTo>
                        <a:cubicBezTo>
                          <a:pt x="549288" y="3175022"/>
                          <a:pt x="551607" y="3223816"/>
                          <a:pt x="572654" y="3253282"/>
                        </a:cubicBezTo>
                        <a:cubicBezTo>
                          <a:pt x="579106" y="3262315"/>
                          <a:pt x="591935" y="3264531"/>
                          <a:pt x="600363" y="3271755"/>
                        </a:cubicBezTo>
                        <a:cubicBezTo>
                          <a:pt x="613586" y="3283089"/>
                          <a:pt x="622540" y="3299470"/>
                          <a:pt x="637309" y="3308700"/>
                        </a:cubicBezTo>
                        <a:cubicBezTo>
                          <a:pt x="643552" y="3312602"/>
                          <a:pt x="718612" y="3326752"/>
                          <a:pt x="720436" y="3327173"/>
                        </a:cubicBezTo>
                        <a:cubicBezTo>
                          <a:pt x="893541" y="3367120"/>
                          <a:pt x="716193" y="3342854"/>
                          <a:pt x="1052945" y="3354882"/>
                        </a:cubicBezTo>
                        <a:cubicBezTo>
                          <a:pt x="1080654" y="3357961"/>
                          <a:pt x="1108734" y="3358650"/>
                          <a:pt x="1136072" y="3364118"/>
                        </a:cubicBezTo>
                        <a:cubicBezTo>
                          <a:pt x="1155166" y="3367937"/>
                          <a:pt x="1172018" y="3382591"/>
                          <a:pt x="1191490" y="3382591"/>
                        </a:cubicBezTo>
                        <a:cubicBezTo>
                          <a:pt x="1250310" y="3382591"/>
                          <a:pt x="1308484" y="3370276"/>
                          <a:pt x="1366981" y="3364118"/>
                        </a:cubicBezTo>
                        <a:cubicBezTo>
                          <a:pt x="1412470" y="3352746"/>
                          <a:pt x="1434007" y="3347018"/>
                          <a:pt x="1487054" y="3336409"/>
                        </a:cubicBezTo>
                        <a:cubicBezTo>
                          <a:pt x="1505418" y="3332736"/>
                          <a:pt x="1524108" y="3330846"/>
                          <a:pt x="1542472" y="3327173"/>
                        </a:cubicBezTo>
                        <a:cubicBezTo>
                          <a:pt x="1571461" y="3321375"/>
                          <a:pt x="1580722" y="3317501"/>
                          <a:pt x="1607127" y="3308700"/>
                        </a:cubicBezTo>
                        <a:cubicBezTo>
                          <a:pt x="1625600" y="3296385"/>
                          <a:pt x="1642688" y="3281684"/>
                          <a:pt x="1662545" y="3271755"/>
                        </a:cubicBezTo>
                        <a:cubicBezTo>
                          <a:pt x="1706649" y="3249702"/>
                          <a:pt x="1699285" y="3254565"/>
                          <a:pt x="1745672" y="3225573"/>
                        </a:cubicBezTo>
                        <a:cubicBezTo>
                          <a:pt x="1755085" y="3219690"/>
                          <a:pt x="1764348" y="3213552"/>
                          <a:pt x="1773381" y="3207100"/>
                        </a:cubicBezTo>
                        <a:cubicBezTo>
                          <a:pt x="1785908" y="3198152"/>
                          <a:pt x="1797030" y="3187148"/>
                          <a:pt x="1810327" y="3179391"/>
                        </a:cubicBezTo>
                        <a:cubicBezTo>
                          <a:pt x="1834113" y="3165516"/>
                          <a:pt x="1863310" y="3160366"/>
                          <a:pt x="1884218" y="3142445"/>
                        </a:cubicBezTo>
                        <a:cubicBezTo>
                          <a:pt x="2069834" y="2983344"/>
                          <a:pt x="1834928" y="3177652"/>
                          <a:pt x="2013527" y="3050082"/>
                        </a:cubicBezTo>
                        <a:cubicBezTo>
                          <a:pt x="2036625" y="3033584"/>
                          <a:pt x="2056016" y="3012396"/>
                          <a:pt x="2078181" y="2994664"/>
                        </a:cubicBezTo>
                        <a:cubicBezTo>
                          <a:pt x="2097705" y="2979044"/>
                          <a:pt x="2143161" y="2954531"/>
                          <a:pt x="2161309" y="2948482"/>
                        </a:cubicBezTo>
                        <a:cubicBezTo>
                          <a:pt x="2179075" y="2942560"/>
                          <a:pt x="2198445" y="2943308"/>
                          <a:pt x="2216727" y="2939245"/>
                        </a:cubicBezTo>
                        <a:cubicBezTo>
                          <a:pt x="2226231" y="2937133"/>
                          <a:pt x="2234889" y="2931918"/>
                          <a:pt x="2244436" y="2930009"/>
                        </a:cubicBezTo>
                        <a:cubicBezTo>
                          <a:pt x="2265783" y="2925740"/>
                          <a:pt x="2287539" y="2923852"/>
                          <a:pt x="2309090" y="2920773"/>
                        </a:cubicBezTo>
                        <a:cubicBezTo>
                          <a:pt x="2395244" y="2892054"/>
                          <a:pt x="2252092" y="2941999"/>
                          <a:pt x="2382981" y="2883827"/>
                        </a:cubicBezTo>
                        <a:cubicBezTo>
                          <a:pt x="2394581" y="2878671"/>
                          <a:pt x="2407612" y="2877670"/>
                          <a:pt x="2419927" y="2874591"/>
                        </a:cubicBezTo>
                        <a:cubicBezTo>
                          <a:pt x="2429163" y="2868433"/>
                          <a:pt x="2437707" y="2861082"/>
                          <a:pt x="2447636" y="2856118"/>
                        </a:cubicBezTo>
                        <a:cubicBezTo>
                          <a:pt x="2456344" y="2851764"/>
                          <a:pt x="2467089" y="2852042"/>
                          <a:pt x="2475345" y="2846882"/>
                        </a:cubicBezTo>
                        <a:cubicBezTo>
                          <a:pt x="2492062" y="2836434"/>
                          <a:pt x="2506133" y="2822251"/>
                          <a:pt x="2521527" y="2809936"/>
                        </a:cubicBezTo>
                        <a:cubicBezTo>
                          <a:pt x="2541453" y="2750155"/>
                          <a:pt x="2516907" y="2812576"/>
                          <a:pt x="2576945" y="2726809"/>
                        </a:cubicBezTo>
                        <a:cubicBezTo>
                          <a:pt x="2584841" y="2715529"/>
                          <a:pt x="2588731" y="2701900"/>
                          <a:pt x="2595418" y="2689864"/>
                        </a:cubicBezTo>
                        <a:cubicBezTo>
                          <a:pt x="2609643" y="2664259"/>
                          <a:pt x="2637857" y="2616541"/>
                          <a:pt x="2660072" y="2597500"/>
                        </a:cubicBezTo>
                        <a:cubicBezTo>
                          <a:pt x="2667464" y="2591164"/>
                          <a:pt x="2678545" y="2591343"/>
                          <a:pt x="2687781" y="2588264"/>
                        </a:cubicBezTo>
                        <a:cubicBezTo>
                          <a:pt x="2700096" y="2579028"/>
                          <a:pt x="2713142" y="2570692"/>
                          <a:pt x="2724727" y="2560555"/>
                        </a:cubicBezTo>
                        <a:cubicBezTo>
                          <a:pt x="2737834" y="2549086"/>
                          <a:pt x="2747587" y="2533853"/>
                          <a:pt x="2761672" y="2523609"/>
                        </a:cubicBezTo>
                        <a:cubicBezTo>
                          <a:pt x="2781746" y="2509009"/>
                          <a:pt x="2805992" y="2500898"/>
                          <a:pt x="2826327" y="2486664"/>
                        </a:cubicBezTo>
                        <a:cubicBezTo>
                          <a:pt x="2837028" y="2479173"/>
                          <a:pt x="2844001" y="2467317"/>
                          <a:pt x="2854036" y="2458955"/>
                        </a:cubicBezTo>
                        <a:cubicBezTo>
                          <a:pt x="2931191" y="2394659"/>
                          <a:pt x="2828502" y="2493725"/>
                          <a:pt x="2909454" y="2412773"/>
                        </a:cubicBezTo>
                        <a:cubicBezTo>
                          <a:pt x="2918690" y="2388143"/>
                          <a:pt x="2923040" y="2361075"/>
                          <a:pt x="2937163" y="2338882"/>
                        </a:cubicBezTo>
                        <a:cubicBezTo>
                          <a:pt x="2945428" y="2325895"/>
                          <a:pt x="2961498" y="2320001"/>
                          <a:pt x="2974109" y="2311173"/>
                        </a:cubicBezTo>
                        <a:cubicBezTo>
                          <a:pt x="2992297" y="2298441"/>
                          <a:pt x="3010700" y="2285994"/>
                          <a:pt x="3029527" y="2274227"/>
                        </a:cubicBezTo>
                        <a:cubicBezTo>
                          <a:pt x="3059974" y="2255198"/>
                          <a:pt x="3092303" y="2239150"/>
                          <a:pt x="3121890" y="2218809"/>
                        </a:cubicBezTo>
                        <a:cubicBezTo>
                          <a:pt x="3141705" y="2205186"/>
                          <a:pt x="3157609" y="2186417"/>
                          <a:pt x="3177309" y="2172627"/>
                        </a:cubicBezTo>
                        <a:cubicBezTo>
                          <a:pt x="3188589" y="2164731"/>
                          <a:pt x="3202300" y="2160986"/>
                          <a:pt x="3214254" y="2154155"/>
                        </a:cubicBezTo>
                        <a:cubicBezTo>
                          <a:pt x="3247486" y="2135165"/>
                          <a:pt x="3252616" y="2124114"/>
                          <a:pt x="3288145" y="2098736"/>
                        </a:cubicBezTo>
                        <a:cubicBezTo>
                          <a:pt x="3315244" y="2079380"/>
                          <a:pt x="3339679" y="2053849"/>
                          <a:pt x="3371272" y="2043318"/>
                        </a:cubicBezTo>
                        <a:lnTo>
                          <a:pt x="3426690" y="2024845"/>
                        </a:lnTo>
                        <a:cubicBezTo>
                          <a:pt x="3435927" y="2021766"/>
                          <a:pt x="3445692" y="2019963"/>
                          <a:pt x="3454400" y="2015609"/>
                        </a:cubicBezTo>
                        <a:cubicBezTo>
                          <a:pt x="3472873" y="2006373"/>
                          <a:pt x="3490642" y="1995570"/>
                          <a:pt x="3509818" y="1987900"/>
                        </a:cubicBezTo>
                        <a:cubicBezTo>
                          <a:pt x="3521604" y="1983186"/>
                          <a:pt x="3534720" y="1982678"/>
                          <a:pt x="3546763" y="1978664"/>
                        </a:cubicBezTo>
                        <a:cubicBezTo>
                          <a:pt x="3562492" y="1973421"/>
                          <a:pt x="3577216" y="1965434"/>
                          <a:pt x="3592945" y="1960191"/>
                        </a:cubicBezTo>
                        <a:cubicBezTo>
                          <a:pt x="3625604" y="1949305"/>
                          <a:pt x="3660897" y="1946525"/>
                          <a:pt x="3694545" y="1941718"/>
                        </a:cubicBezTo>
                        <a:cubicBezTo>
                          <a:pt x="3703781" y="1938639"/>
                          <a:pt x="3713305" y="1936317"/>
                          <a:pt x="3722254" y="1932482"/>
                        </a:cubicBezTo>
                        <a:cubicBezTo>
                          <a:pt x="3734910" y="1927058"/>
                          <a:pt x="3746308" y="1918844"/>
                          <a:pt x="3759200" y="1914009"/>
                        </a:cubicBezTo>
                        <a:cubicBezTo>
                          <a:pt x="3771086" y="1909552"/>
                          <a:pt x="3783830" y="1907852"/>
                          <a:pt x="3796145" y="1904773"/>
                        </a:cubicBezTo>
                        <a:cubicBezTo>
                          <a:pt x="3805381" y="1898615"/>
                          <a:pt x="3814441" y="1892183"/>
                          <a:pt x="3823854" y="1886300"/>
                        </a:cubicBezTo>
                        <a:cubicBezTo>
                          <a:pt x="3839078" y="1876785"/>
                          <a:pt x="3854935" y="1868299"/>
                          <a:pt x="3870036" y="1858591"/>
                        </a:cubicBezTo>
                        <a:cubicBezTo>
                          <a:pt x="3898049" y="1840583"/>
                          <a:pt x="3953163" y="1803173"/>
                          <a:pt x="3953163" y="1803173"/>
                        </a:cubicBezTo>
                        <a:cubicBezTo>
                          <a:pt x="3996700" y="1737869"/>
                          <a:pt x="3939840" y="1816497"/>
                          <a:pt x="4008581" y="1747755"/>
                        </a:cubicBezTo>
                        <a:cubicBezTo>
                          <a:pt x="4019466" y="1736870"/>
                          <a:pt x="4027054" y="1723124"/>
                          <a:pt x="4036290" y="1710809"/>
                        </a:cubicBezTo>
                        <a:cubicBezTo>
                          <a:pt x="4033211" y="1655391"/>
                          <a:pt x="4034903" y="1599501"/>
                          <a:pt x="4027054" y="1544555"/>
                        </a:cubicBezTo>
                        <a:cubicBezTo>
                          <a:pt x="4024749" y="1528417"/>
                          <a:pt x="3988881" y="1498289"/>
                          <a:pt x="3980872" y="1489136"/>
                        </a:cubicBezTo>
                        <a:cubicBezTo>
                          <a:pt x="3954070" y="1458505"/>
                          <a:pt x="3939293" y="1431141"/>
                          <a:pt x="3906981" y="1406009"/>
                        </a:cubicBezTo>
                        <a:cubicBezTo>
                          <a:pt x="3879954" y="1384988"/>
                          <a:pt x="3858006" y="1380590"/>
                          <a:pt x="3833090" y="1359827"/>
                        </a:cubicBezTo>
                        <a:cubicBezTo>
                          <a:pt x="3823055" y="1351465"/>
                          <a:pt x="3814617" y="1341354"/>
                          <a:pt x="3805381" y="1332118"/>
                        </a:cubicBezTo>
                        <a:cubicBezTo>
                          <a:pt x="3792031" y="1305417"/>
                          <a:pt x="3786244" y="1284106"/>
                          <a:pt x="3759200" y="1267464"/>
                        </a:cubicBezTo>
                        <a:cubicBezTo>
                          <a:pt x="3687445" y="1223307"/>
                          <a:pt x="3603444" y="1206173"/>
                          <a:pt x="3546763" y="1138155"/>
                        </a:cubicBezTo>
                        <a:lnTo>
                          <a:pt x="3454400" y="1027318"/>
                        </a:lnTo>
                        <a:cubicBezTo>
                          <a:pt x="3441868" y="1012100"/>
                          <a:pt x="3428390" y="997539"/>
                          <a:pt x="3417454" y="981136"/>
                        </a:cubicBezTo>
                        <a:cubicBezTo>
                          <a:pt x="3411296" y="971900"/>
                          <a:pt x="3406088" y="961955"/>
                          <a:pt x="3398981" y="953427"/>
                        </a:cubicBezTo>
                        <a:cubicBezTo>
                          <a:pt x="3363973" y="911418"/>
                          <a:pt x="3377496" y="937580"/>
                          <a:pt x="3334327" y="898009"/>
                        </a:cubicBezTo>
                        <a:cubicBezTo>
                          <a:pt x="3308650" y="874472"/>
                          <a:pt x="3281336" y="851984"/>
                          <a:pt x="3260436" y="824118"/>
                        </a:cubicBezTo>
                        <a:cubicBezTo>
                          <a:pt x="3226067" y="778292"/>
                          <a:pt x="3241266" y="799981"/>
                          <a:pt x="3214254" y="759464"/>
                        </a:cubicBezTo>
                        <a:cubicBezTo>
                          <a:pt x="3211175" y="750228"/>
                          <a:pt x="3209372" y="740463"/>
                          <a:pt x="3205018" y="731755"/>
                        </a:cubicBezTo>
                        <a:cubicBezTo>
                          <a:pt x="3185564" y="692845"/>
                          <a:pt x="3162602" y="687097"/>
                          <a:pt x="3131127" y="648627"/>
                        </a:cubicBezTo>
                        <a:cubicBezTo>
                          <a:pt x="3116571" y="630837"/>
                          <a:pt x="3084090" y="565465"/>
                          <a:pt x="3075709" y="547027"/>
                        </a:cubicBezTo>
                        <a:cubicBezTo>
                          <a:pt x="3060286" y="513097"/>
                          <a:pt x="3051296" y="476526"/>
                          <a:pt x="3029527" y="445427"/>
                        </a:cubicBezTo>
                        <a:cubicBezTo>
                          <a:pt x="3019539" y="431159"/>
                          <a:pt x="3004896" y="420797"/>
                          <a:pt x="2992581" y="408482"/>
                        </a:cubicBezTo>
                        <a:cubicBezTo>
                          <a:pt x="2986424" y="396167"/>
                          <a:pt x="2980940" y="383491"/>
                          <a:pt x="2974109" y="371536"/>
                        </a:cubicBezTo>
                        <a:cubicBezTo>
                          <a:pt x="2968602" y="361898"/>
                          <a:pt x="2960600" y="353756"/>
                          <a:pt x="2955636" y="343827"/>
                        </a:cubicBezTo>
                        <a:cubicBezTo>
                          <a:pt x="2951282" y="335119"/>
                          <a:pt x="2951128" y="324629"/>
                          <a:pt x="2946400" y="316118"/>
                        </a:cubicBezTo>
                        <a:cubicBezTo>
                          <a:pt x="2935618" y="296710"/>
                          <a:pt x="2909454" y="260700"/>
                          <a:pt x="2909454" y="260700"/>
                        </a:cubicBezTo>
                        <a:cubicBezTo>
                          <a:pt x="2882714" y="180478"/>
                          <a:pt x="2927035" y="306766"/>
                          <a:pt x="2872509" y="186809"/>
                        </a:cubicBezTo>
                        <a:cubicBezTo>
                          <a:pt x="2825404" y="83178"/>
                          <a:pt x="2879159" y="169075"/>
                          <a:pt x="2835563" y="103682"/>
                        </a:cubicBezTo>
                        <a:cubicBezTo>
                          <a:pt x="2830874" y="84925"/>
                          <a:pt x="2825043" y="57585"/>
                          <a:pt x="2817090" y="39027"/>
                        </a:cubicBezTo>
                        <a:cubicBezTo>
                          <a:pt x="2811666" y="26372"/>
                          <a:pt x="2786303" y="8239"/>
                          <a:pt x="2798618" y="2082"/>
                        </a:cubicBezTo>
                        <a:cubicBezTo>
                          <a:pt x="2816034" y="-6626"/>
                          <a:pt x="2835563" y="14397"/>
                          <a:pt x="2854036" y="20555"/>
                        </a:cubicBezTo>
                        <a:cubicBezTo>
                          <a:pt x="2884824" y="42106"/>
                          <a:pt x="2914333" y="65612"/>
                          <a:pt x="2946400" y="85209"/>
                        </a:cubicBezTo>
                        <a:cubicBezTo>
                          <a:pt x="2978522" y="104839"/>
                          <a:pt x="3012012" y="121109"/>
                          <a:pt x="3048000" y="131391"/>
                        </a:cubicBezTo>
                        <a:cubicBezTo>
                          <a:pt x="3060206" y="134878"/>
                          <a:pt x="3072902" y="136613"/>
                          <a:pt x="3084945" y="140627"/>
                        </a:cubicBezTo>
                        <a:cubicBezTo>
                          <a:pt x="3203691" y="180209"/>
                          <a:pt x="3112819" y="163223"/>
                          <a:pt x="3241963" y="177573"/>
                        </a:cubicBezTo>
                        <a:cubicBezTo>
                          <a:pt x="3251199" y="180652"/>
                          <a:pt x="3259936" y="186809"/>
                          <a:pt x="3269672" y="186809"/>
                        </a:cubicBezTo>
                        <a:cubicBezTo>
                          <a:pt x="3402096" y="186809"/>
                          <a:pt x="3534537" y="183325"/>
                          <a:pt x="3666836" y="177573"/>
                        </a:cubicBezTo>
                        <a:cubicBezTo>
                          <a:pt x="3676563" y="177150"/>
                          <a:pt x="3685429" y="171755"/>
                          <a:pt x="3694545" y="168336"/>
                        </a:cubicBezTo>
                        <a:cubicBezTo>
                          <a:pt x="3710069" y="162514"/>
                          <a:pt x="3725576" y="156598"/>
                          <a:pt x="3740727" y="149864"/>
                        </a:cubicBezTo>
                        <a:cubicBezTo>
                          <a:pt x="3816302" y="116275"/>
                          <a:pt x="3736228" y="145778"/>
                          <a:pt x="3823854" y="112918"/>
                        </a:cubicBezTo>
                        <a:cubicBezTo>
                          <a:pt x="3865228" y="97403"/>
                          <a:pt x="3840003" y="108997"/>
                          <a:pt x="3888509" y="94445"/>
                        </a:cubicBezTo>
                        <a:cubicBezTo>
                          <a:pt x="3907160" y="88850"/>
                          <a:pt x="3924574" y="78123"/>
                          <a:pt x="3943927" y="75973"/>
                        </a:cubicBezTo>
                        <a:lnTo>
                          <a:pt x="4110181" y="57500"/>
                        </a:lnTo>
                        <a:cubicBezTo>
                          <a:pt x="4147127" y="60579"/>
                          <a:pt x="4184171" y="62642"/>
                          <a:pt x="4221018" y="66736"/>
                        </a:cubicBezTo>
                        <a:cubicBezTo>
                          <a:pt x="4239631" y="68804"/>
                          <a:pt x="4257708" y="75973"/>
                          <a:pt x="4276436" y="75973"/>
                        </a:cubicBezTo>
                        <a:cubicBezTo>
                          <a:pt x="4338089" y="75973"/>
                          <a:pt x="4399587" y="69815"/>
                          <a:pt x="4461163" y="66736"/>
                        </a:cubicBezTo>
                        <a:lnTo>
                          <a:pt x="4525818" y="57500"/>
                        </a:lnTo>
                        <a:cubicBezTo>
                          <a:pt x="4544328" y="54652"/>
                          <a:pt x="4562509" y="48264"/>
                          <a:pt x="4581236" y="48264"/>
                        </a:cubicBezTo>
                        <a:cubicBezTo>
                          <a:pt x="4627520" y="48264"/>
                          <a:pt x="4673599" y="54421"/>
                          <a:pt x="4719781" y="57500"/>
                        </a:cubicBezTo>
                        <a:cubicBezTo>
                          <a:pt x="4707886" y="81291"/>
                          <a:pt x="4689574" y="115359"/>
                          <a:pt x="4682836" y="140627"/>
                        </a:cubicBezTo>
                        <a:cubicBezTo>
                          <a:pt x="4674746" y="170965"/>
                          <a:pt x="4664363" y="232991"/>
                          <a:pt x="4664363" y="232991"/>
                        </a:cubicBezTo>
                        <a:cubicBezTo>
                          <a:pt x="4679757" y="260700"/>
                          <a:pt x="4690252" y="291767"/>
                          <a:pt x="4710545" y="316118"/>
                        </a:cubicBezTo>
                        <a:cubicBezTo>
                          <a:pt x="4750954" y="364609"/>
                          <a:pt x="4856021" y="350447"/>
                          <a:pt x="4895272" y="353064"/>
                        </a:cubicBezTo>
                        <a:cubicBezTo>
                          <a:pt x="4904508" y="362300"/>
                          <a:pt x="4914480" y="370855"/>
                          <a:pt x="4922981" y="380773"/>
                        </a:cubicBezTo>
                        <a:cubicBezTo>
                          <a:pt x="4932999" y="392461"/>
                          <a:pt x="4939805" y="406833"/>
                          <a:pt x="4950690" y="417718"/>
                        </a:cubicBezTo>
                        <a:cubicBezTo>
                          <a:pt x="4958540" y="425568"/>
                          <a:pt x="4969163" y="430033"/>
                          <a:pt x="4978400" y="436191"/>
                        </a:cubicBezTo>
                        <a:cubicBezTo>
                          <a:pt x="4984557" y="448506"/>
                          <a:pt x="4991448" y="460481"/>
                          <a:pt x="4996872" y="473136"/>
                        </a:cubicBezTo>
                        <a:cubicBezTo>
                          <a:pt x="5000707" y="482085"/>
                          <a:pt x="4998424" y="494868"/>
                          <a:pt x="5006109" y="500845"/>
                        </a:cubicBezTo>
                        <a:cubicBezTo>
                          <a:pt x="5027846" y="517751"/>
                          <a:pt x="5080000" y="537791"/>
                          <a:pt x="5080000" y="537791"/>
                        </a:cubicBezTo>
                        <a:cubicBezTo>
                          <a:pt x="5099028" y="525105"/>
                          <a:pt x="5136384" y="499566"/>
                          <a:pt x="5153890" y="491609"/>
                        </a:cubicBezTo>
                        <a:cubicBezTo>
                          <a:pt x="5171617" y="483551"/>
                          <a:pt x="5190836" y="479294"/>
                          <a:pt x="5209309" y="473136"/>
                        </a:cubicBezTo>
                        <a:cubicBezTo>
                          <a:pt x="5227403" y="581706"/>
                          <a:pt x="5209413" y="482847"/>
                          <a:pt x="5227781" y="565500"/>
                        </a:cubicBezTo>
                        <a:cubicBezTo>
                          <a:pt x="5236391" y="604243"/>
                          <a:pt x="5239567" y="626978"/>
                          <a:pt x="5246254" y="667100"/>
                        </a:cubicBezTo>
                        <a:cubicBezTo>
                          <a:pt x="5250675" y="751099"/>
                          <a:pt x="5265349" y="833738"/>
                          <a:pt x="5246254" y="916482"/>
                        </a:cubicBezTo>
                        <a:cubicBezTo>
                          <a:pt x="5242526" y="932637"/>
                          <a:pt x="5233603" y="947140"/>
                          <a:pt x="5227781" y="962664"/>
                        </a:cubicBezTo>
                        <a:cubicBezTo>
                          <a:pt x="5224363" y="971780"/>
                          <a:pt x="5224778" y="982894"/>
                          <a:pt x="5218545" y="990373"/>
                        </a:cubicBezTo>
                        <a:cubicBezTo>
                          <a:pt x="5193459" y="1020477"/>
                          <a:pt x="5135418" y="1073500"/>
                          <a:pt x="5135418" y="1073500"/>
                        </a:cubicBezTo>
                        <a:cubicBezTo>
                          <a:pt x="5114096" y="1158783"/>
                          <a:pt x="5132545" y="1075945"/>
                          <a:pt x="5116945" y="1239755"/>
                        </a:cubicBezTo>
                        <a:cubicBezTo>
                          <a:pt x="5114881" y="1261427"/>
                          <a:pt x="5113965" y="1283557"/>
                          <a:pt x="5107709" y="1304409"/>
                        </a:cubicBezTo>
                        <a:cubicBezTo>
                          <a:pt x="5104519" y="1315042"/>
                          <a:pt x="5095394" y="1322882"/>
                          <a:pt x="5089236" y="1332118"/>
                        </a:cubicBezTo>
                        <a:cubicBezTo>
                          <a:pt x="5086157" y="1341354"/>
                          <a:pt x="5080000" y="1350091"/>
                          <a:pt x="5080000" y="1359827"/>
                        </a:cubicBezTo>
                        <a:cubicBezTo>
                          <a:pt x="5080000" y="1403070"/>
                          <a:pt x="5088745" y="1431753"/>
                          <a:pt x="5098472" y="1470664"/>
                        </a:cubicBezTo>
                        <a:cubicBezTo>
                          <a:pt x="5101551" y="1498373"/>
                          <a:pt x="5101867" y="1526530"/>
                          <a:pt x="5107709" y="1553791"/>
                        </a:cubicBezTo>
                        <a:cubicBezTo>
                          <a:pt x="5113375" y="1580233"/>
                          <a:pt x="5133647" y="1612153"/>
                          <a:pt x="5144654" y="1636918"/>
                        </a:cubicBezTo>
                        <a:cubicBezTo>
                          <a:pt x="5151388" y="1652069"/>
                          <a:pt x="5156969" y="1667706"/>
                          <a:pt x="5163127" y="1683100"/>
                        </a:cubicBezTo>
                        <a:cubicBezTo>
                          <a:pt x="5166206" y="1701573"/>
                          <a:pt x="5170040" y="1719935"/>
                          <a:pt x="5172363" y="1738518"/>
                        </a:cubicBezTo>
                        <a:cubicBezTo>
                          <a:pt x="5176201" y="1769221"/>
                          <a:pt x="5173100" y="1801131"/>
                          <a:pt x="5181600" y="1830882"/>
                        </a:cubicBezTo>
                        <a:cubicBezTo>
                          <a:pt x="5185829" y="1845683"/>
                          <a:pt x="5200073" y="1855512"/>
                          <a:pt x="5209309" y="1867827"/>
                        </a:cubicBezTo>
                        <a:cubicBezTo>
                          <a:pt x="5231718" y="1979877"/>
                          <a:pt x="5194599" y="1845763"/>
                          <a:pt x="5264727" y="1950955"/>
                        </a:cubicBezTo>
                        <a:cubicBezTo>
                          <a:pt x="5273435" y="1964017"/>
                          <a:pt x="5266942" y="1983095"/>
                          <a:pt x="5273963" y="1997136"/>
                        </a:cubicBezTo>
                        <a:cubicBezTo>
                          <a:pt x="5282779" y="2014769"/>
                          <a:pt x="5299974" y="2026915"/>
                          <a:pt x="5310909" y="2043318"/>
                        </a:cubicBezTo>
                        <a:cubicBezTo>
                          <a:pt x="5318546" y="2054774"/>
                          <a:pt x="5322550" y="2068309"/>
                          <a:pt x="5329381" y="2080264"/>
                        </a:cubicBezTo>
                        <a:cubicBezTo>
                          <a:pt x="5334888" y="2089902"/>
                          <a:pt x="5341696" y="2098737"/>
                          <a:pt x="5347854" y="2107973"/>
                        </a:cubicBezTo>
                        <a:cubicBezTo>
                          <a:pt x="5354012" y="2132603"/>
                          <a:pt x="5348375" y="2163912"/>
                          <a:pt x="5366327" y="2181864"/>
                        </a:cubicBezTo>
                        <a:cubicBezTo>
                          <a:pt x="5375563" y="2191100"/>
                          <a:pt x="5383168" y="2202327"/>
                          <a:pt x="5394036" y="2209573"/>
                        </a:cubicBezTo>
                        <a:cubicBezTo>
                          <a:pt x="5402137" y="2214973"/>
                          <a:pt x="5412796" y="2214974"/>
                          <a:pt x="5421745" y="2218809"/>
                        </a:cubicBezTo>
                        <a:cubicBezTo>
                          <a:pt x="5434400" y="2224233"/>
                          <a:pt x="5446375" y="2231124"/>
                          <a:pt x="5458690" y="2237282"/>
                        </a:cubicBezTo>
                        <a:cubicBezTo>
                          <a:pt x="5446375" y="2258833"/>
                          <a:pt x="5429594" y="2278388"/>
                          <a:pt x="5421745" y="2301936"/>
                        </a:cubicBezTo>
                        <a:cubicBezTo>
                          <a:pt x="5413928" y="2325388"/>
                          <a:pt x="5400411" y="2446204"/>
                          <a:pt x="5384800" y="2477427"/>
                        </a:cubicBezTo>
                        <a:cubicBezTo>
                          <a:pt x="5374046" y="2498935"/>
                          <a:pt x="5352408" y="2513146"/>
                          <a:pt x="5338618" y="2532845"/>
                        </a:cubicBezTo>
                        <a:cubicBezTo>
                          <a:pt x="5326537" y="2550103"/>
                          <a:pt x="5308633" y="2598571"/>
                          <a:pt x="5301672" y="2615973"/>
                        </a:cubicBezTo>
                        <a:cubicBezTo>
                          <a:pt x="5298593" y="2634446"/>
                          <a:pt x="5298358" y="2653625"/>
                          <a:pt x="5292436" y="2671391"/>
                        </a:cubicBezTo>
                        <a:cubicBezTo>
                          <a:pt x="5288926" y="2681922"/>
                          <a:pt x="5279471" y="2689462"/>
                          <a:pt x="5273963" y="2699100"/>
                        </a:cubicBezTo>
                        <a:cubicBezTo>
                          <a:pt x="5267132" y="2711054"/>
                          <a:pt x="5262177" y="2724009"/>
                          <a:pt x="5255490" y="2736045"/>
                        </a:cubicBezTo>
                        <a:cubicBezTo>
                          <a:pt x="5237652" y="2768153"/>
                          <a:pt x="5217018" y="2802227"/>
                          <a:pt x="5190836" y="2828409"/>
                        </a:cubicBezTo>
                        <a:cubicBezTo>
                          <a:pt x="5179951" y="2839294"/>
                          <a:pt x="5166205" y="2846882"/>
                          <a:pt x="5153890" y="2856118"/>
                        </a:cubicBezTo>
                        <a:cubicBezTo>
                          <a:pt x="5160048" y="2893064"/>
                          <a:pt x="5138862" y="2950204"/>
                          <a:pt x="5172363" y="2966955"/>
                        </a:cubicBezTo>
                        <a:cubicBezTo>
                          <a:pt x="5222236" y="2991891"/>
                          <a:pt x="5282870" y="2949597"/>
                          <a:pt x="5338618" y="2948482"/>
                        </a:cubicBezTo>
                        <a:cubicBezTo>
                          <a:pt x="5437167" y="2946511"/>
                          <a:pt x="5535660" y="2954639"/>
                          <a:pt x="5634181" y="2957718"/>
                        </a:cubicBezTo>
                        <a:lnTo>
                          <a:pt x="5689600" y="2966955"/>
                        </a:lnTo>
                        <a:cubicBezTo>
                          <a:pt x="5689600" y="2985683"/>
                          <a:pt x="5652249" y="2971263"/>
                          <a:pt x="5634181" y="2976191"/>
                        </a:cubicBezTo>
                        <a:cubicBezTo>
                          <a:pt x="5618186" y="2980553"/>
                          <a:pt x="5603524" y="2988843"/>
                          <a:pt x="5588000" y="2994664"/>
                        </a:cubicBezTo>
                        <a:cubicBezTo>
                          <a:pt x="5566465" y="3002740"/>
                          <a:pt x="5545984" y="3008285"/>
                          <a:pt x="5523345" y="3013136"/>
                        </a:cubicBezTo>
                        <a:cubicBezTo>
                          <a:pt x="5492644" y="3019715"/>
                          <a:pt x="5461441" y="3023994"/>
                          <a:pt x="5430981" y="3031609"/>
                        </a:cubicBezTo>
                        <a:cubicBezTo>
                          <a:pt x="5335345" y="3055518"/>
                          <a:pt x="5381501" y="3043107"/>
                          <a:pt x="5292436" y="3068555"/>
                        </a:cubicBezTo>
                        <a:cubicBezTo>
                          <a:pt x="5209309" y="3065476"/>
                          <a:pt x="5125852" y="3067331"/>
                          <a:pt x="5043054" y="3059318"/>
                        </a:cubicBezTo>
                        <a:cubicBezTo>
                          <a:pt x="5029349" y="3057992"/>
                          <a:pt x="5019029" y="3045605"/>
                          <a:pt x="5006109" y="3040845"/>
                        </a:cubicBezTo>
                        <a:cubicBezTo>
                          <a:pt x="4960430" y="3024016"/>
                          <a:pt x="4913745" y="3010058"/>
                          <a:pt x="4867563" y="2994664"/>
                        </a:cubicBezTo>
                        <a:cubicBezTo>
                          <a:pt x="4826028" y="2980819"/>
                          <a:pt x="4822547" y="2978867"/>
                          <a:pt x="4765963" y="2966955"/>
                        </a:cubicBezTo>
                        <a:cubicBezTo>
                          <a:pt x="4568964" y="2925482"/>
                          <a:pt x="4728333" y="2964476"/>
                          <a:pt x="4627418" y="2939245"/>
                        </a:cubicBezTo>
                        <a:cubicBezTo>
                          <a:pt x="4557769" y="2887009"/>
                          <a:pt x="4626782" y="2931896"/>
                          <a:pt x="4525818" y="2893064"/>
                        </a:cubicBezTo>
                        <a:cubicBezTo>
                          <a:pt x="4507086" y="2885860"/>
                          <a:pt x="4442263" y="2851179"/>
                          <a:pt x="4424218" y="2837645"/>
                        </a:cubicBezTo>
                        <a:cubicBezTo>
                          <a:pt x="4413768" y="2829808"/>
                          <a:pt x="4406959" y="2817773"/>
                          <a:pt x="4396509" y="2809936"/>
                        </a:cubicBezTo>
                        <a:cubicBezTo>
                          <a:pt x="4347411" y="2773112"/>
                          <a:pt x="4317701" y="2777310"/>
                          <a:pt x="4267200" y="2726809"/>
                        </a:cubicBezTo>
                        <a:cubicBezTo>
                          <a:pt x="4245648" y="2705258"/>
                          <a:pt x="4225959" y="2681667"/>
                          <a:pt x="4202545" y="2662155"/>
                        </a:cubicBezTo>
                        <a:cubicBezTo>
                          <a:pt x="4167054" y="2632579"/>
                          <a:pt x="4120678" y="2596766"/>
                          <a:pt x="4091709" y="2560555"/>
                        </a:cubicBezTo>
                        <a:cubicBezTo>
                          <a:pt x="4079394" y="2545161"/>
                          <a:pt x="4065698" y="2530776"/>
                          <a:pt x="4054763" y="2514373"/>
                        </a:cubicBezTo>
                        <a:cubicBezTo>
                          <a:pt x="4030297" y="2477675"/>
                          <a:pt x="4040720" y="2467975"/>
                          <a:pt x="4008581" y="2431245"/>
                        </a:cubicBezTo>
                        <a:cubicBezTo>
                          <a:pt x="3994403" y="2415042"/>
                          <a:pt x="3941536" y="2385476"/>
                          <a:pt x="3925454" y="2375827"/>
                        </a:cubicBezTo>
                        <a:cubicBezTo>
                          <a:pt x="3894666" y="2378906"/>
                          <a:pt x="3861365" y="2372497"/>
                          <a:pt x="3833090" y="2385064"/>
                        </a:cubicBezTo>
                        <a:cubicBezTo>
                          <a:pt x="3824193" y="2389018"/>
                          <a:pt x="3839529" y="2403448"/>
                          <a:pt x="3842327" y="2412773"/>
                        </a:cubicBezTo>
                        <a:cubicBezTo>
                          <a:pt x="3848768" y="2434241"/>
                          <a:pt x="3854642" y="2455876"/>
                          <a:pt x="3860800" y="2477427"/>
                        </a:cubicBezTo>
                        <a:cubicBezTo>
                          <a:pt x="3863879" y="2535924"/>
                          <a:pt x="3866006" y="2594479"/>
                          <a:pt x="3870036" y="2652918"/>
                        </a:cubicBezTo>
                        <a:cubicBezTo>
                          <a:pt x="3872165" y="2683786"/>
                          <a:pt x="3879272" y="2714340"/>
                          <a:pt x="3879272" y="2745282"/>
                        </a:cubicBezTo>
                        <a:cubicBezTo>
                          <a:pt x="3879272" y="2819237"/>
                          <a:pt x="3874510" y="2893135"/>
                          <a:pt x="3870036" y="2966955"/>
                        </a:cubicBezTo>
                        <a:cubicBezTo>
                          <a:pt x="3868349" y="2994783"/>
                          <a:pt x="3865039" y="3022527"/>
                          <a:pt x="3860800" y="3050082"/>
                        </a:cubicBezTo>
                        <a:cubicBezTo>
                          <a:pt x="3857487" y="3071614"/>
                          <a:pt x="3849222" y="3094050"/>
                          <a:pt x="3842327" y="3114736"/>
                        </a:cubicBezTo>
                        <a:cubicBezTo>
                          <a:pt x="3836169" y="3170154"/>
                          <a:pt x="3837848" y="3227016"/>
                          <a:pt x="3823854" y="3280991"/>
                        </a:cubicBezTo>
                        <a:cubicBezTo>
                          <a:pt x="3815899" y="3311675"/>
                          <a:pt x="3792851" y="3336290"/>
                          <a:pt x="3777672" y="3364118"/>
                        </a:cubicBezTo>
                        <a:cubicBezTo>
                          <a:pt x="3774375" y="3370162"/>
                          <a:pt x="3771515" y="3376433"/>
                          <a:pt x="3768436" y="3382591"/>
                        </a:cubicBezTo>
                      </a:path>
                    </a:pathLst>
                  </a:cu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41D154A3-7741-0FAA-73C4-1C1493EC47D5}"/>
              </a:ext>
            </a:extLst>
          </p:cNvPr>
          <p:cNvSpPr/>
          <p:nvPr/>
        </p:nvSpPr>
        <p:spPr>
          <a:xfrm>
            <a:off x="2781960" y="2515446"/>
            <a:ext cx="381000" cy="381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t>8</a:t>
            </a:r>
          </a:p>
        </p:txBody>
      </p:sp>
      <p:sp>
        <p:nvSpPr>
          <p:cNvPr id="8" name="Oval 7">
            <a:extLst>
              <a:ext uri="{FF2B5EF4-FFF2-40B4-BE49-F238E27FC236}">
                <a16:creationId xmlns:a16="http://schemas.microsoft.com/office/drawing/2014/main" id="{5F56EB30-5055-1ADC-924A-BCF7F17BE985}"/>
              </a:ext>
            </a:extLst>
          </p:cNvPr>
          <p:cNvSpPr/>
          <p:nvPr/>
        </p:nvSpPr>
        <p:spPr>
          <a:xfrm>
            <a:off x="1391784" y="2324946"/>
            <a:ext cx="381000" cy="381000"/>
          </a:xfrm>
          <a:prstGeom prst="ellipse">
            <a:avLst/>
          </a:prstGeom>
          <a:solidFill>
            <a:schemeClr val="accent2">
              <a:lumMod val="5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600" dirty="0"/>
              <a:t>2</a:t>
            </a:r>
          </a:p>
        </p:txBody>
      </p:sp>
      <p:sp>
        <p:nvSpPr>
          <p:cNvPr id="9" name="Oval 8">
            <a:extLst>
              <a:ext uri="{FF2B5EF4-FFF2-40B4-BE49-F238E27FC236}">
                <a16:creationId xmlns:a16="http://schemas.microsoft.com/office/drawing/2014/main" id="{E6D7257E-D59D-9B2A-6F61-745DD7637D18}"/>
              </a:ext>
            </a:extLst>
          </p:cNvPr>
          <p:cNvSpPr/>
          <p:nvPr/>
        </p:nvSpPr>
        <p:spPr>
          <a:xfrm>
            <a:off x="2012628" y="1991199"/>
            <a:ext cx="381000" cy="381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t>1</a:t>
            </a:r>
          </a:p>
        </p:txBody>
      </p:sp>
      <p:sp>
        <p:nvSpPr>
          <p:cNvPr id="10" name="Oval 9">
            <a:extLst>
              <a:ext uri="{FF2B5EF4-FFF2-40B4-BE49-F238E27FC236}">
                <a16:creationId xmlns:a16="http://schemas.microsoft.com/office/drawing/2014/main" id="{96057398-5F93-9339-0119-C882F610C8D1}"/>
              </a:ext>
            </a:extLst>
          </p:cNvPr>
          <p:cNvSpPr/>
          <p:nvPr/>
        </p:nvSpPr>
        <p:spPr>
          <a:xfrm>
            <a:off x="1388557" y="1667085"/>
            <a:ext cx="381000" cy="381000"/>
          </a:xfrm>
          <a:prstGeom prst="ellipse">
            <a:avLst/>
          </a:prstGeom>
          <a:solidFill>
            <a:schemeClr val="accent2">
              <a:lumMod val="5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600" dirty="0"/>
              <a:t>3</a:t>
            </a:r>
          </a:p>
        </p:txBody>
      </p:sp>
      <p:sp>
        <p:nvSpPr>
          <p:cNvPr id="11" name="Oval 10">
            <a:extLst>
              <a:ext uri="{FF2B5EF4-FFF2-40B4-BE49-F238E27FC236}">
                <a16:creationId xmlns:a16="http://schemas.microsoft.com/office/drawing/2014/main" id="{6F5242C9-6C56-0A2B-2A1A-9F24DD2F4DDB}"/>
              </a:ext>
            </a:extLst>
          </p:cNvPr>
          <p:cNvSpPr/>
          <p:nvPr/>
        </p:nvSpPr>
        <p:spPr>
          <a:xfrm>
            <a:off x="534307" y="1799653"/>
            <a:ext cx="381000" cy="381000"/>
          </a:xfrm>
          <a:prstGeom prst="ellipse">
            <a:avLst/>
          </a:prstGeom>
          <a:solidFill>
            <a:schemeClr val="accent2">
              <a:lumMod val="5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600" dirty="0"/>
              <a:t>4</a:t>
            </a:r>
          </a:p>
        </p:txBody>
      </p:sp>
      <p:sp>
        <p:nvSpPr>
          <p:cNvPr id="12" name="Oval 11">
            <a:extLst>
              <a:ext uri="{FF2B5EF4-FFF2-40B4-BE49-F238E27FC236}">
                <a16:creationId xmlns:a16="http://schemas.microsoft.com/office/drawing/2014/main" id="{A638575E-A884-62B3-A60B-B6DDB96F8C74}"/>
              </a:ext>
            </a:extLst>
          </p:cNvPr>
          <p:cNvSpPr/>
          <p:nvPr/>
        </p:nvSpPr>
        <p:spPr>
          <a:xfrm>
            <a:off x="577420" y="2609794"/>
            <a:ext cx="381000" cy="381000"/>
          </a:xfrm>
          <a:prstGeom prst="ellipse">
            <a:avLst/>
          </a:prstGeom>
          <a:solidFill>
            <a:schemeClr val="accent2">
              <a:lumMod val="5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600" dirty="0"/>
              <a:t>5</a:t>
            </a:r>
          </a:p>
        </p:txBody>
      </p:sp>
      <p:sp>
        <p:nvSpPr>
          <p:cNvPr id="13" name="Oval 12">
            <a:extLst>
              <a:ext uri="{FF2B5EF4-FFF2-40B4-BE49-F238E27FC236}">
                <a16:creationId xmlns:a16="http://schemas.microsoft.com/office/drawing/2014/main" id="{C3A83246-2B37-9658-3ABA-B90928ACD0A1}"/>
              </a:ext>
            </a:extLst>
          </p:cNvPr>
          <p:cNvSpPr/>
          <p:nvPr/>
        </p:nvSpPr>
        <p:spPr>
          <a:xfrm>
            <a:off x="1182095" y="3162174"/>
            <a:ext cx="381000" cy="381000"/>
          </a:xfrm>
          <a:prstGeom prst="ellipse">
            <a:avLst/>
          </a:prstGeom>
          <a:solidFill>
            <a:schemeClr val="accent2">
              <a:lumMod val="5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600" dirty="0"/>
              <a:t>6</a:t>
            </a:r>
          </a:p>
        </p:txBody>
      </p:sp>
      <p:sp>
        <p:nvSpPr>
          <p:cNvPr id="14" name="Oval 13">
            <a:extLst>
              <a:ext uri="{FF2B5EF4-FFF2-40B4-BE49-F238E27FC236}">
                <a16:creationId xmlns:a16="http://schemas.microsoft.com/office/drawing/2014/main" id="{FA883873-F038-E672-D0AC-CB05EF15B27E}"/>
              </a:ext>
            </a:extLst>
          </p:cNvPr>
          <p:cNvSpPr/>
          <p:nvPr/>
        </p:nvSpPr>
        <p:spPr>
          <a:xfrm>
            <a:off x="1664428" y="2813746"/>
            <a:ext cx="381000" cy="381000"/>
          </a:xfrm>
          <a:prstGeom prst="ellipse">
            <a:avLst/>
          </a:prstGeom>
          <a:solidFill>
            <a:schemeClr val="accent2">
              <a:lumMod val="5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600" dirty="0"/>
              <a:t>7</a:t>
            </a:r>
          </a:p>
        </p:txBody>
      </p:sp>
      <p:sp>
        <p:nvSpPr>
          <p:cNvPr id="15" name="Oval 14">
            <a:extLst>
              <a:ext uri="{FF2B5EF4-FFF2-40B4-BE49-F238E27FC236}">
                <a16:creationId xmlns:a16="http://schemas.microsoft.com/office/drawing/2014/main" id="{DEA8EB85-09DC-53FE-521C-2113352B9E79}"/>
              </a:ext>
            </a:extLst>
          </p:cNvPr>
          <p:cNvSpPr/>
          <p:nvPr/>
        </p:nvSpPr>
        <p:spPr>
          <a:xfrm>
            <a:off x="2737826" y="3352674"/>
            <a:ext cx="381000" cy="381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t>9</a:t>
            </a:r>
          </a:p>
        </p:txBody>
      </p:sp>
      <p:sp>
        <p:nvSpPr>
          <p:cNvPr id="16" name="Oval 15">
            <a:extLst>
              <a:ext uri="{FF2B5EF4-FFF2-40B4-BE49-F238E27FC236}">
                <a16:creationId xmlns:a16="http://schemas.microsoft.com/office/drawing/2014/main" id="{52EBDA88-8840-1B76-2680-468016D19FF8}"/>
              </a:ext>
            </a:extLst>
          </p:cNvPr>
          <p:cNvSpPr/>
          <p:nvPr/>
        </p:nvSpPr>
        <p:spPr>
          <a:xfrm>
            <a:off x="3400044" y="3930122"/>
            <a:ext cx="381000" cy="381000"/>
          </a:xfrm>
          <a:prstGeom prst="ellipse">
            <a:avLst/>
          </a:prstGeom>
          <a:solidFill>
            <a:schemeClr val="accent2">
              <a:lumMod val="5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600" dirty="0"/>
              <a:t>14</a:t>
            </a:r>
          </a:p>
        </p:txBody>
      </p:sp>
      <p:sp>
        <p:nvSpPr>
          <p:cNvPr id="17" name="Oval 16">
            <a:extLst>
              <a:ext uri="{FF2B5EF4-FFF2-40B4-BE49-F238E27FC236}">
                <a16:creationId xmlns:a16="http://schemas.microsoft.com/office/drawing/2014/main" id="{6161FC22-7312-FDB0-E5C1-97459DFD6436}"/>
              </a:ext>
            </a:extLst>
          </p:cNvPr>
          <p:cNvSpPr/>
          <p:nvPr/>
        </p:nvSpPr>
        <p:spPr>
          <a:xfrm>
            <a:off x="1235287" y="4010535"/>
            <a:ext cx="381000" cy="381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t>10</a:t>
            </a:r>
          </a:p>
        </p:txBody>
      </p:sp>
      <p:sp>
        <p:nvSpPr>
          <p:cNvPr id="18" name="Oval 17">
            <a:extLst>
              <a:ext uri="{FF2B5EF4-FFF2-40B4-BE49-F238E27FC236}">
                <a16:creationId xmlns:a16="http://schemas.microsoft.com/office/drawing/2014/main" id="{E076D6E4-847C-50E4-63A5-CAC291377723}"/>
              </a:ext>
            </a:extLst>
          </p:cNvPr>
          <p:cNvSpPr/>
          <p:nvPr/>
        </p:nvSpPr>
        <p:spPr>
          <a:xfrm>
            <a:off x="411646" y="3743003"/>
            <a:ext cx="381000" cy="381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t>11</a:t>
            </a:r>
          </a:p>
        </p:txBody>
      </p:sp>
      <p:sp>
        <p:nvSpPr>
          <p:cNvPr id="19" name="Oval 18">
            <a:extLst>
              <a:ext uri="{FF2B5EF4-FFF2-40B4-BE49-F238E27FC236}">
                <a16:creationId xmlns:a16="http://schemas.microsoft.com/office/drawing/2014/main" id="{49917A75-F64D-C4C7-82CC-B288C6D3010B}"/>
              </a:ext>
            </a:extLst>
          </p:cNvPr>
          <p:cNvSpPr/>
          <p:nvPr/>
        </p:nvSpPr>
        <p:spPr>
          <a:xfrm>
            <a:off x="1080883" y="4807887"/>
            <a:ext cx="381000" cy="381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t>12</a:t>
            </a:r>
          </a:p>
        </p:txBody>
      </p:sp>
      <p:sp>
        <p:nvSpPr>
          <p:cNvPr id="20" name="Oval 19">
            <a:extLst>
              <a:ext uri="{FF2B5EF4-FFF2-40B4-BE49-F238E27FC236}">
                <a16:creationId xmlns:a16="http://schemas.microsoft.com/office/drawing/2014/main" id="{B82C2600-69BC-83DE-21BB-8AFE7155D2E2}"/>
              </a:ext>
            </a:extLst>
          </p:cNvPr>
          <p:cNvSpPr/>
          <p:nvPr/>
        </p:nvSpPr>
        <p:spPr>
          <a:xfrm>
            <a:off x="2962963" y="4387941"/>
            <a:ext cx="381000" cy="381000"/>
          </a:xfrm>
          <a:prstGeom prst="ellipse">
            <a:avLst/>
          </a:prstGeom>
          <a:solidFill>
            <a:schemeClr val="accent2">
              <a:lumMod val="5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600" dirty="0"/>
              <a:t>13</a:t>
            </a:r>
          </a:p>
        </p:txBody>
      </p:sp>
      <p:sp>
        <p:nvSpPr>
          <p:cNvPr id="21" name="TextBox 20">
            <a:extLst>
              <a:ext uri="{FF2B5EF4-FFF2-40B4-BE49-F238E27FC236}">
                <a16:creationId xmlns:a16="http://schemas.microsoft.com/office/drawing/2014/main" id="{BE4C5586-96E0-151C-B156-12DAE8E29E91}"/>
              </a:ext>
            </a:extLst>
          </p:cNvPr>
          <p:cNvSpPr txBox="1"/>
          <p:nvPr/>
        </p:nvSpPr>
        <p:spPr>
          <a:xfrm>
            <a:off x="7099152" y="201560"/>
            <a:ext cx="5092848" cy="6694140"/>
          </a:xfrm>
          <a:prstGeom prst="rect">
            <a:avLst/>
          </a:prstGeom>
          <a:noFill/>
        </p:spPr>
        <p:txBody>
          <a:bodyPr wrap="square" rtlCol="0">
            <a:spAutoFit/>
          </a:bodyPr>
          <a:lstStyle/>
          <a:p>
            <a:r>
              <a:rPr lang="en-US" sz="1100" dirty="0"/>
              <a:t>Logan-1-welcome hero- After surviving the </a:t>
            </a:r>
            <a:r>
              <a:rPr lang="en-US" sz="1100" dirty="0" err="1"/>
              <a:t>centuar</a:t>
            </a:r>
            <a:r>
              <a:rPr lang="en-US" sz="1100" dirty="0"/>
              <a:t> attack, go check on the villagers</a:t>
            </a:r>
          </a:p>
          <a:p>
            <a:r>
              <a:rPr lang="en-US" sz="1100" dirty="0"/>
              <a:t>Faren-2-blasted bandits</a:t>
            </a:r>
          </a:p>
          <a:p>
            <a:r>
              <a:rPr lang="en-US" sz="1100" dirty="0"/>
              <a:t>Faren-3-dam bandits</a:t>
            </a:r>
          </a:p>
          <a:p>
            <a:r>
              <a:rPr lang="en-US" sz="1100" dirty="0"/>
              <a:t>Faren-4-Rotten Core</a:t>
            </a:r>
          </a:p>
          <a:p>
            <a:r>
              <a:rPr lang="en-US" sz="1100" dirty="0"/>
              <a:t>Faren-5-Two in the bush</a:t>
            </a:r>
          </a:p>
          <a:p>
            <a:r>
              <a:rPr lang="en-US" sz="1100" dirty="0"/>
              <a:t>Faren-6-Dispicable business - Introduce bandits and introduce them to plot linked to </a:t>
            </a:r>
            <a:r>
              <a:rPr lang="en-US" sz="1100" dirty="0" err="1"/>
              <a:t>cadicus</a:t>
            </a:r>
            <a:r>
              <a:rPr lang="en-US" sz="1100" dirty="0"/>
              <a:t>, kidnapping people to sell to centaur.</a:t>
            </a:r>
          </a:p>
          <a:p>
            <a:r>
              <a:rPr lang="en-US" sz="1100" dirty="0"/>
              <a:t>Faren-7-To </a:t>
            </a:r>
            <a:r>
              <a:rPr lang="en-US" sz="1100" dirty="0" err="1"/>
              <a:t>shaemoor</a:t>
            </a:r>
            <a:r>
              <a:rPr lang="en-US" sz="1100" dirty="0"/>
              <a:t> </a:t>
            </a:r>
          </a:p>
          <a:p>
            <a:r>
              <a:rPr lang="en-US" sz="1100" dirty="0"/>
              <a:t>Logan-8-Pushing Back- something is attacking the supply road to claymore, go see Lexi</a:t>
            </a:r>
          </a:p>
          <a:p>
            <a:r>
              <a:rPr lang="en-US" sz="1100" dirty="0"/>
              <a:t>Logan-9-Lost Trade-escort traders along route and check on bar </a:t>
            </a:r>
            <a:r>
              <a:rPr lang="en-US" sz="1100" dirty="0" err="1"/>
              <a:t>curtis</a:t>
            </a:r>
            <a:r>
              <a:rPr lang="en-US" sz="1100" dirty="0"/>
              <a:t> ranch</a:t>
            </a:r>
          </a:p>
          <a:p>
            <a:r>
              <a:rPr lang="en-US" sz="1100" dirty="0"/>
              <a:t>Logan-10-arnt you harpy-kill harpies and bandits attacking ranch and send news to </a:t>
            </a:r>
            <a:r>
              <a:rPr lang="en-US" sz="1100" dirty="0" err="1"/>
              <a:t>claypool</a:t>
            </a:r>
            <a:r>
              <a:rPr lang="en-US" sz="1100" dirty="0"/>
              <a:t>.</a:t>
            </a:r>
          </a:p>
          <a:p>
            <a:r>
              <a:rPr lang="en-US" sz="1100" dirty="0"/>
              <a:t>Logan-11-Time for a trade-head down to </a:t>
            </a:r>
            <a:r>
              <a:rPr lang="en-US" sz="1100" dirty="0" err="1"/>
              <a:t>claypool</a:t>
            </a:r>
            <a:r>
              <a:rPr lang="en-US" sz="1100" dirty="0"/>
              <a:t> while logan reports back to queen</a:t>
            </a:r>
          </a:p>
          <a:p>
            <a:r>
              <a:rPr lang="en-US" sz="1100" dirty="0"/>
              <a:t>Faren-12-trouble of the heart-train in </a:t>
            </a:r>
            <a:r>
              <a:rPr lang="en-US" sz="1100" dirty="0" err="1"/>
              <a:t>claypool</a:t>
            </a:r>
            <a:r>
              <a:rPr lang="en-US" sz="1100" dirty="0"/>
              <a:t> and pickup crafting, fight though the heartwoods </a:t>
            </a:r>
          </a:p>
          <a:p>
            <a:r>
              <a:rPr lang="en-US" sz="1100" dirty="0"/>
              <a:t>Faren-13-something stinks in </a:t>
            </a:r>
            <a:r>
              <a:rPr lang="en-US" sz="1100" dirty="0" err="1"/>
              <a:t>queensdale</a:t>
            </a:r>
            <a:r>
              <a:rPr lang="en-US" sz="1100" dirty="0"/>
              <a:t>- Head to the ridge and see if its centaur or something dead</a:t>
            </a:r>
          </a:p>
          <a:p>
            <a:r>
              <a:rPr lang="en-US" sz="1100" dirty="0"/>
              <a:t>Faren-14-Not the beer!- </a:t>
            </a:r>
            <a:r>
              <a:rPr lang="en-US" sz="1100" dirty="0" err="1"/>
              <a:t>Centuar</a:t>
            </a:r>
            <a:r>
              <a:rPr lang="en-US" sz="1100" dirty="0"/>
              <a:t> are attacking the beer! Save the beer</a:t>
            </a:r>
          </a:p>
          <a:p>
            <a:r>
              <a:rPr lang="en-US" sz="1100" dirty="0"/>
              <a:t>Faren-15-Somethings a buzz-go check on the lumber mill in queens forest, find infestation of </a:t>
            </a:r>
            <a:r>
              <a:rPr lang="en-US" sz="1100" dirty="0" err="1"/>
              <a:t>skritt</a:t>
            </a:r>
            <a:r>
              <a:rPr lang="en-US" sz="1100" dirty="0"/>
              <a:t>, </a:t>
            </a:r>
          </a:p>
          <a:p>
            <a:r>
              <a:rPr lang="en-US" sz="1100" dirty="0"/>
              <a:t>Faren-16-Vipers Den-they couldn’t be responsible for the kidnapping root out the bandits hideout which “contains” notes about an attack on </a:t>
            </a:r>
            <a:r>
              <a:rPr lang="en-US" sz="1100" dirty="0" err="1"/>
              <a:t>beetletun</a:t>
            </a:r>
            <a:endParaRPr lang="en-US" sz="1100" dirty="0"/>
          </a:p>
          <a:p>
            <a:r>
              <a:rPr lang="en-US" sz="1100" dirty="0"/>
              <a:t>Faren-17-Faint Façade-Find a clue for instructions to pass information on Seraph patrols and attacks on Beetletun</a:t>
            </a:r>
          </a:p>
          <a:p>
            <a:r>
              <a:rPr lang="en-US" sz="1100" dirty="0"/>
              <a:t>Logan-18-Ministers and Queens – Logan gives a brief on the tension between </a:t>
            </a:r>
            <a:r>
              <a:rPr lang="en-US" sz="1100" dirty="0" err="1"/>
              <a:t>Cadecus</a:t>
            </a:r>
            <a:r>
              <a:rPr lang="en-US" sz="1100" dirty="0"/>
              <a:t> and Jenna. See if the townsfolk know anything about an attack</a:t>
            </a:r>
          </a:p>
          <a:p>
            <a:r>
              <a:rPr lang="en-US" sz="1100" dirty="0"/>
              <a:t>Logan-19-Hero’s Rescue-after reporting to </a:t>
            </a:r>
            <a:r>
              <a:rPr lang="en-US" sz="1100" dirty="0" err="1"/>
              <a:t>beetletun</a:t>
            </a:r>
            <a:r>
              <a:rPr lang="en-US" sz="1100" dirty="0"/>
              <a:t>, take the attack down to free slaves </a:t>
            </a:r>
          </a:p>
          <a:p>
            <a:r>
              <a:rPr lang="en-US" sz="1100" dirty="0"/>
              <a:t>Logan-20-Into the foothills-and then to the heart of the </a:t>
            </a:r>
            <a:r>
              <a:rPr lang="en-US" sz="1100" dirty="0" err="1"/>
              <a:t>centuars</a:t>
            </a:r>
            <a:r>
              <a:rPr lang="en-US" sz="1100" dirty="0"/>
              <a:t> in </a:t>
            </a:r>
            <a:r>
              <a:rPr lang="en-US" sz="1100" dirty="0" err="1"/>
              <a:t>queensdale</a:t>
            </a:r>
            <a:r>
              <a:rPr lang="en-US" sz="1100" dirty="0"/>
              <a:t>.</a:t>
            </a:r>
          </a:p>
          <a:p>
            <a:r>
              <a:rPr lang="en-US" sz="1100" dirty="0"/>
              <a:t>Logan-21- Just the pits-find a “note” about someone escaping into </a:t>
            </a:r>
            <a:r>
              <a:rPr lang="en-US" sz="1100" dirty="0" err="1"/>
              <a:t>demongrub</a:t>
            </a:r>
            <a:r>
              <a:rPr lang="en-US" sz="1100" dirty="0"/>
              <a:t> pits. </a:t>
            </a:r>
          </a:p>
          <a:p>
            <a:r>
              <a:rPr lang="en-US" sz="1100" dirty="0"/>
              <a:t>Faren-22-A shadow over </a:t>
            </a:r>
            <a:r>
              <a:rPr lang="en-US" sz="1100" dirty="0" err="1"/>
              <a:t>Queensdale</a:t>
            </a:r>
            <a:r>
              <a:rPr lang="en-US" sz="1100" dirty="0"/>
              <a:t>-find survivors “remains” with a note about the centaur using preying on survivors of the demon attacks in </a:t>
            </a:r>
            <a:r>
              <a:rPr lang="en-US" sz="1100" dirty="0" err="1"/>
              <a:t>godslost</a:t>
            </a:r>
            <a:r>
              <a:rPr lang="en-US" sz="1100" dirty="0"/>
              <a:t> swamp. </a:t>
            </a:r>
          </a:p>
          <a:p>
            <a:r>
              <a:rPr lang="en-US" sz="1100" dirty="0"/>
              <a:t>Logan-23- assault the demon of the swamp and report to </a:t>
            </a:r>
            <a:r>
              <a:rPr lang="en-US" sz="1100" dirty="0" err="1"/>
              <a:t>swamplost</a:t>
            </a:r>
            <a:r>
              <a:rPr lang="en-US" sz="1100" dirty="0"/>
              <a:t>. </a:t>
            </a:r>
          </a:p>
          <a:p>
            <a:r>
              <a:rPr lang="en-US" sz="1100" dirty="0"/>
              <a:t>Logan-24-Uncover how bandits have been using the cover of the demon to sneak people in and out of </a:t>
            </a:r>
            <a:r>
              <a:rPr lang="en-US" sz="1100" dirty="0" err="1"/>
              <a:t>queensdale</a:t>
            </a:r>
            <a:endParaRPr lang="en-US" sz="1100" dirty="0"/>
          </a:p>
        </p:txBody>
      </p:sp>
      <p:sp>
        <p:nvSpPr>
          <p:cNvPr id="22" name="Oval 21">
            <a:extLst>
              <a:ext uri="{FF2B5EF4-FFF2-40B4-BE49-F238E27FC236}">
                <a16:creationId xmlns:a16="http://schemas.microsoft.com/office/drawing/2014/main" id="{EFB19FF7-B8DF-9808-7627-968E3D34FAAC}"/>
              </a:ext>
            </a:extLst>
          </p:cNvPr>
          <p:cNvSpPr/>
          <p:nvPr/>
        </p:nvSpPr>
        <p:spPr>
          <a:xfrm>
            <a:off x="3845004" y="2367963"/>
            <a:ext cx="381000" cy="381000"/>
          </a:xfrm>
          <a:prstGeom prst="ellipse">
            <a:avLst/>
          </a:prstGeom>
          <a:solidFill>
            <a:schemeClr val="accent2">
              <a:lumMod val="5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600" dirty="0"/>
              <a:t>16</a:t>
            </a:r>
          </a:p>
        </p:txBody>
      </p:sp>
      <p:sp>
        <p:nvSpPr>
          <p:cNvPr id="23" name="Oval 22">
            <a:extLst>
              <a:ext uri="{FF2B5EF4-FFF2-40B4-BE49-F238E27FC236}">
                <a16:creationId xmlns:a16="http://schemas.microsoft.com/office/drawing/2014/main" id="{EFE9F154-1B16-BDD3-458C-A0D2C2736BFF}"/>
              </a:ext>
            </a:extLst>
          </p:cNvPr>
          <p:cNvSpPr/>
          <p:nvPr/>
        </p:nvSpPr>
        <p:spPr>
          <a:xfrm>
            <a:off x="4584912" y="3204103"/>
            <a:ext cx="381000" cy="381000"/>
          </a:xfrm>
          <a:prstGeom prst="ellipse">
            <a:avLst/>
          </a:prstGeom>
          <a:solidFill>
            <a:schemeClr val="accent2">
              <a:lumMod val="5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600" dirty="0"/>
              <a:t>15</a:t>
            </a:r>
          </a:p>
        </p:txBody>
      </p:sp>
      <p:sp>
        <p:nvSpPr>
          <p:cNvPr id="24" name="Oval 23">
            <a:extLst>
              <a:ext uri="{FF2B5EF4-FFF2-40B4-BE49-F238E27FC236}">
                <a16:creationId xmlns:a16="http://schemas.microsoft.com/office/drawing/2014/main" id="{F130C08F-06B3-C59E-A68E-9C19E4B98B3D}"/>
              </a:ext>
            </a:extLst>
          </p:cNvPr>
          <p:cNvSpPr/>
          <p:nvPr/>
        </p:nvSpPr>
        <p:spPr>
          <a:xfrm>
            <a:off x="1986039" y="3357558"/>
            <a:ext cx="381000" cy="381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t>2</a:t>
            </a:r>
          </a:p>
        </p:txBody>
      </p:sp>
      <p:sp>
        <p:nvSpPr>
          <p:cNvPr id="25" name="Oval 24">
            <a:extLst>
              <a:ext uri="{FF2B5EF4-FFF2-40B4-BE49-F238E27FC236}">
                <a16:creationId xmlns:a16="http://schemas.microsoft.com/office/drawing/2014/main" id="{66427A22-BED8-B41A-DDEA-E30942C4C563}"/>
              </a:ext>
            </a:extLst>
          </p:cNvPr>
          <p:cNvSpPr/>
          <p:nvPr/>
        </p:nvSpPr>
        <p:spPr>
          <a:xfrm>
            <a:off x="3293604" y="1494375"/>
            <a:ext cx="381000" cy="381000"/>
          </a:xfrm>
          <a:prstGeom prst="ellipse">
            <a:avLst/>
          </a:prstGeom>
          <a:solidFill>
            <a:schemeClr val="accent2">
              <a:lumMod val="5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600" dirty="0"/>
              <a:t>17</a:t>
            </a:r>
          </a:p>
        </p:txBody>
      </p:sp>
      <p:sp>
        <p:nvSpPr>
          <p:cNvPr id="26" name="Oval 25">
            <a:extLst>
              <a:ext uri="{FF2B5EF4-FFF2-40B4-BE49-F238E27FC236}">
                <a16:creationId xmlns:a16="http://schemas.microsoft.com/office/drawing/2014/main" id="{0102E076-87BF-A738-0C5E-AAF44D91D423}"/>
              </a:ext>
            </a:extLst>
          </p:cNvPr>
          <p:cNvSpPr/>
          <p:nvPr/>
        </p:nvSpPr>
        <p:spPr>
          <a:xfrm>
            <a:off x="5715000" y="1990153"/>
            <a:ext cx="381000" cy="381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t>19</a:t>
            </a:r>
          </a:p>
        </p:txBody>
      </p:sp>
      <p:sp>
        <p:nvSpPr>
          <p:cNvPr id="27" name="Oval 26">
            <a:extLst>
              <a:ext uri="{FF2B5EF4-FFF2-40B4-BE49-F238E27FC236}">
                <a16:creationId xmlns:a16="http://schemas.microsoft.com/office/drawing/2014/main" id="{BBFB53C5-9F29-172C-30DF-15DEDA18CF61}"/>
              </a:ext>
            </a:extLst>
          </p:cNvPr>
          <p:cNvSpPr/>
          <p:nvPr/>
        </p:nvSpPr>
        <p:spPr>
          <a:xfrm>
            <a:off x="6055976" y="3727326"/>
            <a:ext cx="381000" cy="381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t>20</a:t>
            </a:r>
          </a:p>
        </p:txBody>
      </p:sp>
      <p:sp>
        <p:nvSpPr>
          <p:cNvPr id="28" name="Oval 27">
            <a:extLst>
              <a:ext uri="{FF2B5EF4-FFF2-40B4-BE49-F238E27FC236}">
                <a16:creationId xmlns:a16="http://schemas.microsoft.com/office/drawing/2014/main" id="{9B479D29-CDDC-F10C-B357-2C00E5D449EF}"/>
              </a:ext>
            </a:extLst>
          </p:cNvPr>
          <p:cNvSpPr/>
          <p:nvPr/>
        </p:nvSpPr>
        <p:spPr>
          <a:xfrm>
            <a:off x="5688237" y="4649117"/>
            <a:ext cx="381000" cy="381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t>21</a:t>
            </a:r>
          </a:p>
        </p:txBody>
      </p:sp>
      <p:sp>
        <p:nvSpPr>
          <p:cNvPr id="29" name="Oval 28">
            <a:extLst>
              <a:ext uri="{FF2B5EF4-FFF2-40B4-BE49-F238E27FC236}">
                <a16:creationId xmlns:a16="http://schemas.microsoft.com/office/drawing/2014/main" id="{F30CC61F-2F52-C37F-2ED3-A19AF10F4EBD}"/>
              </a:ext>
            </a:extLst>
          </p:cNvPr>
          <p:cNvSpPr/>
          <p:nvPr/>
        </p:nvSpPr>
        <p:spPr>
          <a:xfrm>
            <a:off x="6270497" y="4578441"/>
            <a:ext cx="381000" cy="381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t>22</a:t>
            </a:r>
          </a:p>
        </p:txBody>
      </p:sp>
      <p:sp>
        <p:nvSpPr>
          <p:cNvPr id="30" name="Oval 29">
            <a:extLst>
              <a:ext uri="{FF2B5EF4-FFF2-40B4-BE49-F238E27FC236}">
                <a16:creationId xmlns:a16="http://schemas.microsoft.com/office/drawing/2014/main" id="{141B4363-F08A-EA9B-B5CD-937DDD54210D}"/>
              </a:ext>
            </a:extLst>
          </p:cNvPr>
          <p:cNvSpPr/>
          <p:nvPr/>
        </p:nvSpPr>
        <p:spPr>
          <a:xfrm>
            <a:off x="4272219" y="4031079"/>
            <a:ext cx="381000" cy="381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t>23</a:t>
            </a:r>
          </a:p>
        </p:txBody>
      </p:sp>
      <p:sp>
        <p:nvSpPr>
          <p:cNvPr id="31" name="Oval 30">
            <a:extLst>
              <a:ext uri="{FF2B5EF4-FFF2-40B4-BE49-F238E27FC236}">
                <a16:creationId xmlns:a16="http://schemas.microsoft.com/office/drawing/2014/main" id="{19EE0FB7-718D-A312-446D-3895C8ACD598}"/>
              </a:ext>
            </a:extLst>
          </p:cNvPr>
          <p:cNvSpPr/>
          <p:nvPr/>
        </p:nvSpPr>
        <p:spPr>
          <a:xfrm>
            <a:off x="4281822" y="5139244"/>
            <a:ext cx="381000" cy="381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t>24</a:t>
            </a:r>
          </a:p>
        </p:txBody>
      </p:sp>
      <p:sp>
        <p:nvSpPr>
          <p:cNvPr id="33" name="Oval 32">
            <a:extLst>
              <a:ext uri="{FF2B5EF4-FFF2-40B4-BE49-F238E27FC236}">
                <a16:creationId xmlns:a16="http://schemas.microsoft.com/office/drawing/2014/main" id="{4BC684E4-374C-D59F-BBAA-3B0AC8DAC019}"/>
              </a:ext>
            </a:extLst>
          </p:cNvPr>
          <p:cNvSpPr/>
          <p:nvPr/>
        </p:nvSpPr>
        <p:spPr>
          <a:xfrm>
            <a:off x="5225370" y="1600855"/>
            <a:ext cx="381000" cy="381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t>18</a:t>
            </a:r>
          </a:p>
        </p:txBody>
      </p:sp>
    </p:spTree>
    <p:extLst>
      <p:ext uri="{BB962C8B-B14F-4D97-AF65-F5344CB8AC3E}">
        <p14:creationId xmlns:p14="http://schemas.microsoft.com/office/powerpoint/2010/main" val="33290610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C7627-12AA-0059-FAB4-9087F141E818}"/>
            </a:ext>
          </a:extLst>
        </p:cNvPr>
        <p:cNvGrpSpPr/>
        <p:nvPr/>
      </p:nvGrpSpPr>
      <p:grpSpPr>
        <a:xfrm>
          <a:off x="0" y="0"/>
          <a:ext cx="0" cy="0"/>
          <a:chOff x="0" y="0"/>
          <a:chExt cx="0" cy="0"/>
        </a:xfrm>
      </p:grpSpPr>
      <p:pic>
        <p:nvPicPr>
          <p:cNvPr id="2" name="Picture 1" descr="A video game character wearing armor&#10;&#10;AI-generated content may be incorrect.">
            <a:extLst>
              <a:ext uri="{FF2B5EF4-FFF2-40B4-BE49-F238E27FC236}">
                <a16:creationId xmlns:a16="http://schemas.microsoft.com/office/drawing/2014/main" id="{ED66F480-A181-5823-4B43-C355E35915B5}"/>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3319" b="97345" l="9735" r="89971">
                        <a14:foregroundMark x1="50590" y1="3466" x2="42773" y2="10251"/>
                        <a14:foregroundMark x1="42773" y1="10251" x2="42478" y2="13717"/>
                        <a14:foregroundMark x1="24484" y1="95870" x2="34218" y2="90708"/>
                        <a14:foregroundMark x1="34218" y1="90708" x2="34218" y2="90265"/>
                        <a14:foregroundMark x1="75811" y1="97345" x2="69469" y2="89307"/>
                        <a14:foregroundMark x1="18879" y1="97345" x2="18879" y2="97345"/>
                        <a14:foregroundMark x1="20206" y1="96829" x2="22714" y2="96091"/>
                        <a14:foregroundMark x1="44690" y1="71681" x2="44690" y2="69838"/>
                        <a14:foregroundMark x1="77286" y1="64307" x2="76106" y2="65708"/>
                        <a14:foregroundMark x1="25074" y1="65855" x2="24189" y2="67920"/>
                        <a14:foregroundMark x1="24189" y1="65265" x2="23894" y2="64454"/>
                        <a14:backgroundMark x1="48083" y1="73599" x2="48820" y2="92920"/>
                        <a14:backgroundMark x1="43068" y1="71239" x2="43068" y2="71239"/>
                        <a14:backgroundMark x1="53097" y1="70428" x2="53097" y2="70428"/>
                        <a14:backgroundMark x1="76696" y1="60029" x2="76106" y2="61357"/>
                        <a14:backgroundMark x1="27434" y1="65413" x2="26401" y2="62537"/>
                        <a14:backgroundMark x1="67847" y1="34735" x2="68289" y2="35546"/>
                        <a14:backgroundMark x1="68289" y1="38348" x2="72566" y2="42330"/>
                        <a14:backgroundMark x1="75074" y1="44985" x2="73894" y2="43732"/>
                        <a14:backgroundMark x1="69764" y1="34440" x2="67994" y2="33333"/>
                        <a14:backgroundMark x1="31121" y1="33923" x2="30236" y2="35029"/>
                        <a14:backgroundMark x1="31711" y1="37537" x2="29941" y2="39971"/>
                        <a14:backgroundMark x1="31416" y1="37094" x2="31416" y2="36504"/>
                        <a14:backgroundMark x1="29941" y1="34587" x2="30531" y2="33333"/>
                        <a14:backgroundMark x1="73304" y1="65265" x2="72566" y2="61136"/>
                      </a14:backgroundRemoval>
                    </a14:imgEffect>
                    <a14:imgEffect>
                      <a14:artisticCutout trans="50000" numberOfShades="6"/>
                    </a14:imgEffect>
                  </a14:imgLayer>
                </a14:imgProps>
              </a:ext>
              <a:ext uri="{28A0092B-C50C-407E-A947-70E740481C1C}">
                <a14:useLocalDpi xmlns:a14="http://schemas.microsoft.com/office/drawing/2010/main" val="0"/>
              </a:ext>
            </a:extLst>
          </a:blip>
          <a:srcRect l="-98945" r="-1508"/>
          <a:stretch>
            <a:fillRect/>
          </a:stretch>
        </p:blipFill>
        <p:spPr>
          <a:xfrm>
            <a:off x="5956968" y="581025"/>
            <a:ext cx="5956968" cy="5943600"/>
          </a:xfrm>
          <a:prstGeom prst="rect">
            <a:avLst/>
          </a:prstGeom>
          <a:ln>
            <a:noFill/>
          </a:ln>
          <a:effectLst>
            <a:softEdge rad="12700"/>
          </a:effectLst>
        </p:spPr>
      </p:pic>
      <p:pic>
        <p:nvPicPr>
          <p:cNvPr id="14" name="Picture 13">
            <a:extLst>
              <a:ext uri="{FF2B5EF4-FFF2-40B4-BE49-F238E27FC236}">
                <a16:creationId xmlns:a16="http://schemas.microsoft.com/office/drawing/2014/main" id="{761B2434-8B66-B177-68EE-5BC0C1C176D7}"/>
              </a:ext>
            </a:extLst>
          </p:cNvPr>
          <p:cNvPicPr>
            <a:picLocks noChangeAspect="1"/>
          </p:cNvPicPr>
          <p:nvPr/>
        </p:nvPicPr>
        <p:blipFill>
          <a:blip r:embed="rId4"/>
          <a:srcRect l="2258" t="6897" r="5233" b="50530"/>
          <a:stretch>
            <a:fillRect/>
          </a:stretch>
        </p:blipFill>
        <p:spPr>
          <a:xfrm rot="10800000">
            <a:off x="5956967" y="3609973"/>
            <a:ext cx="3536193" cy="1528727"/>
          </a:xfrm>
          <a:prstGeom prst="rect">
            <a:avLst/>
          </a:prstGeom>
          <a:ln>
            <a:noFill/>
          </a:ln>
        </p:spPr>
      </p:pic>
      <p:pic>
        <p:nvPicPr>
          <p:cNvPr id="6" name="Picture 5">
            <a:extLst>
              <a:ext uri="{FF2B5EF4-FFF2-40B4-BE49-F238E27FC236}">
                <a16:creationId xmlns:a16="http://schemas.microsoft.com/office/drawing/2014/main" id="{63C885D6-2EC8-F00E-1D36-1D1983AF0283}"/>
              </a:ext>
            </a:extLst>
          </p:cNvPr>
          <p:cNvPicPr>
            <a:picLocks noChangeAspect="1"/>
          </p:cNvPicPr>
          <p:nvPr/>
        </p:nvPicPr>
        <p:blipFill>
          <a:blip r:embed="rId4"/>
          <a:srcRect l="2258" t="6897"/>
          <a:stretch>
            <a:fillRect/>
          </a:stretch>
        </p:blipFill>
        <p:spPr>
          <a:xfrm>
            <a:off x="5956968" y="581025"/>
            <a:ext cx="3736218" cy="3343205"/>
          </a:xfrm>
          <a:prstGeom prst="rect">
            <a:avLst/>
          </a:prstGeom>
          <a:ln>
            <a:noFill/>
          </a:ln>
        </p:spPr>
      </p:pic>
      <p:pic>
        <p:nvPicPr>
          <p:cNvPr id="10" name="Picture 9">
            <a:extLst>
              <a:ext uri="{FF2B5EF4-FFF2-40B4-BE49-F238E27FC236}">
                <a16:creationId xmlns:a16="http://schemas.microsoft.com/office/drawing/2014/main" id="{945E07B6-2F16-ECD2-8887-D5F7AADD9CDD}"/>
              </a:ext>
            </a:extLst>
          </p:cNvPr>
          <p:cNvPicPr>
            <a:picLocks noChangeAspect="1"/>
          </p:cNvPicPr>
          <p:nvPr/>
        </p:nvPicPr>
        <p:blipFill>
          <a:blip r:embed="rId4"/>
          <a:srcRect l="2258" t="28305" b="53392"/>
          <a:stretch>
            <a:fillRect/>
          </a:stretch>
        </p:blipFill>
        <p:spPr>
          <a:xfrm>
            <a:off x="5956968" y="2047875"/>
            <a:ext cx="3736218" cy="1695450"/>
          </a:xfrm>
          <a:prstGeom prst="rect">
            <a:avLst/>
          </a:prstGeom>
          <a:ln>
            <a:noFill/>
          </a:ln>
        </p:spPr>
      </p:pic>
      <p:pic>
        <p:nvPicPr>
          <p:cNvPr id="13" name="Picture 12">
            <a:extLst>
              <a:ext uri="{FF2B5EF4-FFF2-40B4-BE49-F238E27FC236}">
                <a16:creationId xmlns:a16="http://schemas.microsoft.com/office/drawing/2014/main" id="{E12D84C6-8E59-CAB7-BEF5-88A2C60F28B7}"/>
              </a:ext>
            </a:extLst>
          </p:cNvPr>
          <p:cNvPicPr>
            <a:picLocks noChangeAspect="1"/>
          </p:cNvPicPr>
          <p:nvPr/>
        </p:nvPicPr>
        <p:blipFill>
          <a:blip r:embed="rId4"/>
          <a:srcRect l="37997" t="48008" r="7931" b="13422"/>
          <a:stretch>
            <a:fillRect/>
          </a:stretch>
        </p:blipFill>
        <p:spPr>
          <a:xfrm rot="16357712">
            <a:off x="8292643" y="952672"/>
            <a:ext cx="2047877" cy="1384995"/>
          </a:xfrm>
          <a:prstGeom prst="rect">
            <a:avLst/>
          </a:prstGeom>
          <a:ln>
            <a:noFill/>
          </a:ln>
        </p:spPr>
      </p:pic>
      <p:sp>
        <p:nvSpPr>
          <p:cNvPr id="5" name="TextBox 4">
            <a:extLst>
              <a:ext uri="{FF2B5EF4-FFF2-40B4-BE49-F238E27FC236}">
                <a16:creationId xmlns:a16="http://schemas.microsoft.com/office/drawing/2014/main" id="{C901356E-A312-2DBB-3814-DC780C33F0C8}"/>
              </a:ext>
            </a:extLst>
          </p:cNvPr>
          <p:cNvSpPr txBox="1"/>
          <p:nvPr/>
        </p:nvSpPr>
        <p:spPr>
          <a:xfrm>
            <a:off x="6586827" y="1120765"/>
            <a:ext cx="2476500" cy="3416320"/>
          </a:xfrm>
          <a:prstGeom prst="rect">
            <a:avLst/>
          </a:prstGeom>
          <a:noFill/>
          <a:ln>
            <a:noFill/>
          </a:ln>
        </p:spPr>
        <p:txBody>
          <a:bodyPr wrap="square" rtlCol="0">
            <a:spAutoFit/>
          </a:bodyPr>
          <a:lstStyle/>
          <a:p>
            <a:r>
              <a:rPr lang="en-US" dirty="0"/>
              <a:t>Welcome back to the world of the waking! Glad you helped us at the garrison with the centaur attack. If you’re looking to stretch your legs, can you go with </a:t>
            </a:r>
            <a:r>
              <a:rPr lang="en-US" b="1" dirty="0">
                <a:solidFill>
                  <a:schemeClr val="accent4">
                    <a:lumMod val="75000"/>
                  </a:schemeClr>
                </a:solidFill>
              </a:rPr>
              <a:t>Faren</a:t>
            </a:r>
            <a:r>
              <a:rPr lang="en-US" dirty="0"/>
              <a:t> and check on fields? </a:t>
            </a:r>
            <a:r>
              <a:rPr lang="en-US" b="1" dirty="0"/>
              <a:t>Follow the road and head over to the windmill.</a:t>
            </a:r>
          </a:p>
        </p:txBody>
      </p:sp>
      <p:sp>
        <p:nvSpPr>
          <p:cNvPr id="17" name="TextBox 16">
            <a:extLst>
              <a:ext uri="{FF2B5EF4-FFF2-40B4-BE49-F238E27FC236}">
                <a16:creationId xmlns:a16="http://schemas.microsoft.com/office/drawing/2014/main" id="{E980F614-FC2B-A231-3912-06FED6C26E8E}"/>
              </a:ext>
            </a:extLst>
          </p:cNvPr>
          <p:cNvSpPr txBox="1"/>
          <p:nvPr/>
        </p:nvSpPr>
        <p:spPr>
          <a:xfrm>
            <a:off x="8147283" y="4184388"/>
            <a:ext cx="753974" cy="523220"/>
          </a:xfrm>
          <a:prstGeom prst="rect">
            <a:avLst/>
          </a:prstGeom>
          <a:noFill/>
          <a:ln>
            <a:noFill/>
          </a:ln>
        </p:spPr>
        <p:txBody>
          <a:bodyPr wrap="square" rtlCol="0">
            <a:spAutoFit/>
          </a:bodyPr>
          <a:lstStyle/>
          <a:p>
            <a:pPr algn="r"/>
            <a:r>
              <a:rPr lang="en-US" sz="2800" b="1" dirty="0">
                <a:latin typeface="Harrington" panose="04040505050A02020702" pitchFamily="82" charset="0"/>
              </a:rPr>
              <a:t>1</a:t>
            </a:r>
          </a:p>
        </p:txBody>
      </p:sp>
      <p:pic>
        <p:nvPicPr>
          <p:cNvPr id="25" name="Picture 24" descr="A brown paper scroll with a white background&#10;&#10;AI-generated content may be incorrect.">
            <a:extLst>
              <a:ext uri="{FF2B5EF4-FFF2-40B4-BE49-F238E27FC236}">
                <a16:creationId xmlns:a16="http://schemas.microsoft.com/office/drawing/2014/main" id="{C0D93221-8F49-9451-7955-D0256267EE6B}"/>
              </a:ext>
            </a:extLst>
          </p:cNvPr>
          <p:cNvPicPr>
            <a:picLocks noChangeAspect="1"/>
          </p:cNvPicPr>
          <p:nvPr/>
        </p:nvPicPr>
        <p:blipFill>
          <a:blip r:embed="rId5">
            <a:duotone>
              <a:prstClr val="black"/>
              <a:srgbClr val="E9DEBB">
                <a:tint val="45000"/>
                <a:satMod val="400000"/>
              </a:srgbClr>
            </a:duotone>
            <a:extLst>
              <a:ext uri="{BEBA8EAE-BF5A-486C-A8C5-ECC9F3942E4B}">
                <a14:imgProps xmlns:a14="http://schemas.microsoft.com/office/drawing/2010/main">
                  <a14:imgLayer r:embed="rId6">
                    <a14:imgEffect>
                      <a14:backgroundRemoval t="10000" b="90000" l="2700" r="97700">
                        <a14:foregroundMark x1="7900" y1="36667" x2="9800" y2="39872"/>
                        <a14:foregroundMark x1="2800" y1="50769" x2="11700" y2="51538"/>
                        <a14:foregroundMark x1="95100" y1="40385" x2="85000" y2="41154"/>
                        <a14:foregroundMark x1="96700" y1="54487" x2="93700" y2="50769"/>
                        <a14:foregroundMark x1="97700" y1="39872" x2="94600" y2="40385"/>
                      </a14:backgroundRemoval>
                    </a14:imgEffect>
                  </a14:imgLayer>
                </a14:imgProps>
              </a:ext>
              <a:ext uri="{28A0092B-C50C-407E-A947-70E740481C1C}">
                <a14:useLocalDpi xmlns:a14="http://schemas.microsoft.com/office/drawing/2010/main" val="0"/>
              </a:ext>
            </a:extLst>
          </a:blip>
          <a:srcRect t="28320" b="38629"/>
          <a:stretch>
            <a:fillRect/>
          </a:stretch>
        </p:blipFill>
        <p:spPr>
          <a:xfrm>
            <a:off x="8405804" y="5011998"/>
            <a:ext cx="3508132" cy="904393"/>
          </a:xfrm>
          <a:prstGeom prst="rect">
            <a:avLst/>
          </a:prstGeom>
        </p:spPr>
      </p:pic>
      <p:sp>
        <p:nvSpPr>
          <p:cNvPr id="27" name="TextBox 26">
            <a:extLst>
              <a:ext uri="{FF2B5EF4-FFF2-40B4-BE49-F238E27FC236}">
                <a16:creationId xmlns:a16="http://schemas.microsoft.com/office/drawing/2014/main" id="{376D888A-D36A-D98C-93F0-052D390BBE5F}"/>
              </a:ext>
            </a:extLst>
          </p:cNvPr>
          <p:cNvSpPr txBox="1"/>
          <p:nvPr/>
        </p:nvSpPr>
        <p:spPr>
          <a:xfrm rot="20970999">
            <a:off x="9662734" y="5135637"/>
            <a:ext cx="1273105" cy="584775"/>
          </a:xfrm>
          <a:prstGeom prst="rect">
            <a:avLst/>
          </a:prstGeom>
          <a:noFill/>
        </p:spPr>
        <p:txBody>
          <a:bodyPr wrap="none" rtlCol="0">
            <a:spAutoFit/>
          </a:bodyPr>
          <a:lstStyle/>
          <a:p>
            <a:r>
              <a:rPr lang="en-US" sz="3200" dirty="0">
                <a:solidFill>
                  <a:srgbClr val="525252"/>
                </a:solidFill>
                <a:latin typeface="Old English Text MT" panose="03040902040508030806" pitchFamily="66" charset="0"/>
              </a:rPr>
              <a:t>Logan</a:t>
            </a:r>
          </a:p>
        </p:txBody>
      </p:sp>
    </p:spTree>
    <p:extLst>
      <p:ext uri="{BB962C8B-B14F-4D97-AF65-F5344CB8AC3E}">
        <p14:creationId xmlns:p14="http://schemas.microsoft.com/office/powerpoint/2010/main" val="984428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BC946-6657-1374-0C88-562812CC24A9}"/>
            </a:ext>
          </a:extLst>
        </p:cNvPr>
        <p:cNvGrpSpPr/>
        <p:nvPr/>
      </p:nvGrpSpPr>
      <p:grpSpPr>
        <a:xfrm>
          <a:off x="0" y="0"/>
          <a:ext cx="0" cy="0"/>
          <a:chOff x="0" y="0"/>
          <a:chExt cx="0" cy="0"/>
        </a:xfrm>
      </p:grpSpPr>
      <p:pic>
        <p:nvPicPr>
          <p:cNvPr id="5" name="Picture 4" descr="A person in a garment&#10;&#10;AI-generated content may be incorrect.">
            <a:extLst>
              <a:ext uri="{FF2B5EF4-FFF2-40B4-BE49-F238E27FC236}">
                <a16:creationId xmlns:a16="http://schemas.microsoft.com/office/drawing/2014/main" id="{9DA9C31F-07AC-F915-1718-DD6EA7197A11}"/>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3" b="97659" l="9921" r="89683">
                        <a14:foregroundMark x1="52381" y1="2341" x2="42063" y2="10033"/>
                        <a14:foregroundMark x1="40683" y1="13815" x2="40476" y2="14381"/>
                        <a14:foregroundMark x1="42063" y1="10033" x2="40898" y2="13225"/>
                        <a14:foregroundMark x1="57937" y1="5518" x2="57540" y2="14716"/>
                        <a14:foregroundMark x1="57540" y1="14716" x2="58333" y2="15217"/>
                        <a14:foregroundMark x1="74206" y1="22241" x2="88492" y2="54181"/>
                        <a14:foregroundMark x1="88492" y1="54181" x2="88095" y2="55017"/>
                        <a14:foregroundMark x1="77057" y1="91806" x2="77381" y2="95652"/>
                        <a14:foregroundMark x1="77029" y1="91472" x2="77057" y2="91806"/>
                        <a14:foregroundMark x1="77001" y1="91137" x2="77029" y2="91472"/>
                        <a14:foregroundMark x1="75397" y1="72074" x2="77001" y2="91137"/>
                        <a14:foregroundMark x1="28571" y1="73077" x2="30952" y2="83612"/>
                        <a14:foregroundMark x1="30952" y1="83612" x2="22222" y2="93645"/>
                        <a14:foregroundMark x1="13492" y1="52843" x2="24206" y2="25251"/>
                        <a14:foregroundMark x1="17857" y1="26589" x2="19444" y2="21237"/>
                        <a14:foregroundMark x1="78571" y1="97659" x2="79762" y2="96154"/>
                        <a14:foregroundMark x1="88889" y1="39465" x2="83333" y2="34281"/>
                        <a14:foregroundMark x1="47222" y1="2843" x2="51984" y2="2676"/>
                        <a14:foregroundMark x1="59524" y1="7860" x2="59524" y2="9197"/>
                        <a14:foregroundMark x1="60317" y1="14214" x2="60317" y2="15050"/>
                        <a14:foregroundMark x1="80952" y1="27090" x2="80159" y2="24749"/>
                        <a14:foregroundMark x1="82143" y1="47659" x2="81746" y2="46656"/>
                        <a14:foregroundMark x1="78968" y1="92475" x2="78968" y2="92475"/>
                        <a14:foregroundMark x1="80159" y1="92809" x2="80159" y2="92809"/>
                        <a14:foregroundMark x1="80952" y1="93478" x2="80952" y2="93478"/>
                        <a14:foregroundMark x1="81746" y1="93144" x2="81746" y2="93144"/>
                        <a14:foregroundMark x1="83333" y1="96656" x2="83333" y2="96656"/>
                        <a14:foregroundMark x1="80556" y1="91304" x2="80556" y2="91304"/>
                        <a14:foregroundMark x1="78571" y1="89130" x2="78571" y2="89130"/>
                        <a14:foregroundMark x1="44841" y1="2007" x2="46825" y2="1338"/>
                        <a14:foregroundMark x1="49206" y1="1003" x2="51190" y2="1003"/>
                        <a14:foregroundMark x1="53175" y1="836" x2="53175" y2="836"/>
                        <a14:backgroundMark x1="45238" y1="1003" x2="45238" y2="502"/>
                        <a14:backgroundMark x1="49206" y1="59866" x2="46825" y2="91304"/>
                        <a14:backgroundMark x1="46825" y1="91304" x2="62302" y2="93813"/>
                        <a14:backgroundMark x1="79762" y1="83278" x2="81746" y2="76087"/>
                        <a14:backgroundMark x1="79365" y1="69064" x2="78571" y2="69732"/>
                        <a14:backgroundMark x1="78571" y1="52341" x2="73810" y2="46656"/>
                        <a14:backgroundMark x1="74603" y1="46321" x2="76190" y2="47324"/>
                        <a14:backgroundMark x1="78571" y1="47324" x2="75794" y2="46154"/>
                        <a14:backgroundMark x1="74603" y1="45652" x2="74603" y2="46321"/>
                        <a14:backgroundMark x1="11508" y1="31773" x2="7540" y2="36288"/>
                        <a14:backgroundMark x1="28571" y1="35619" x2="28571" y2="37124"/>
                        <a14:backgroundMark x1="28968" y1="38796" x2="29762" y2="39465"/>
                        <a14:backgroundMark x1="29365" y1="35953" x2="28175" y2="33946"/>
                        <a14:backgroundMark x1="11111" y1="57191" x2="14286" y2="56355"/>
                        <a14:backgroundMark x1="50000" y1="57023" x2="50794" y2="64047"/>
                        <a14:backgroundMark x1="50000" y1="56020" x2="50000" y2="58194"/>
                        <a14:backgroundMark x1="49603" y1="54849" x2="46825" y2="57023"/>
                        <a14:backgroundMark x1="54365" y1="68562" x2="59524" y2="71237"/>
                        <a14:backgroundMark x1="92063" y1="39465" x2="90873" y2="37793"/>
                        <a14:backgroundMark x1="54762" y1="65552" x2="54365" y2="63378"/>
                        <a14:backgroundMark x1="57143" y1="69732" x2="57143" y2="69732"/>
                        <a14:backgroundMark x1="40079" y1="12375" x2="38492" y2="11538"/>
                        <a14:backgroundMark x1="55556" y1="502" x2="55556" y2="502"/>
                        <a14:backgroundMark x1="46032" y1="334" x2="46032" y2="334"/>
                        <a14:backgroundMark x1="53968" y1="334" x2="53968" y2="334"/>
                        <a14:backgroundMark x1="81746" y1="91806" x2="81746" y2="91806"/>
                        <a14:backgroundMark x1="81746" y1="91472" x2="81746" y2="91472"/>
                        <a14:backgroundMark x1="80952" y1="91137" x2="80952" y2="91137"/>
                        <a14:backgroundMark x1="49206" y1="334" x2="49206" y2="334"/>
                      </a14:backgroundRemoval>
                    </a14:imgEffect>
                    <a14:imgEffect>
                      <a14:artisticCutout trans="50000" numberOfShades="6"/>
                    </a14:imgEffect>
                  </a14:imgLayer>
                </a14:imgProps>
              </a:ext>
              <a:ext uri="{28A0092B-C50C-407E-A947-70E740481C1C}">
                <a14:useLocalDpi xmlns:a14="http://schemas.microsoft.com/office/drawing/2010/main" val="0"/>
              </a:ext>
            </a:extLst>
          </a:blip>
          <a:srcRect l="-134175" r="-2730"/>
          <a:stretch>
            <a:fillRect/>
          </a:stretch>
        </p:blipFill>
        <p:spPr>
          <a:xfrm>
            <a:off x="6235033" y="581025"/>
            <a:ext cx="5686425" cy="5695950"/>
          </a:xfrm>
          <a:prstGeom prst="rect">
            <a:avLst/>
          </a:prstGeom>
          <a:effectLst>
            <a:softEdge rad="12700"/>
          </a:effectLst>
        </p:spPr>
      </p:pic>
      <p:pic>
        <p:nvPicPr>
          <p:cNvPr id="2" name="Picture 1">
            <a:extLst>
              <a:ext uri="{FF2B5EF4-FFF2-40B4-BE49-F238E27FC236}">
                <a16:creationId xmlns:a16="http://schemas.microsoft.com/office/drawing/2014/main" id="{CC7EA4DF-D162-D5ED-C267-F96E53A76D13}"/>
              </a:ext>
            </a:extLst>
          </p:cNvPr>
          <p:cNvPicPr>
            <a:picLocks noChangeAspect="1"/>
          </p:cNvPicPr>
          <p:nvPr/>
        </p:nvPicPr>
        <p:blipFill>
          <a:blip r:embed="rId4"/>
          <a:srcRect l="2258" t="6897" r="8870" b="50530"/>
          <a:stretch>
            <a:fillRect/>
          </a:stretch>
        </p:blipFill>
        <p:spPr>
          <a:xfrm rot="10800000">
            <a:off x="6235032" y="3402274"/>
            <a:ext cx="3397157" cy="1528727"/>
          </a:xfrm>
          <a:prstGeom prst="rect">
            <a:avLst/>
          </a:prstGeom>
          <a:ln>
            <a:noFill/>
          </a:ln>
        </p:spPr>
      </p:pic>
      <p:pic>
        <p:nvPicPr>
          <p:cNvPr id="4" name="Picture 3">
            <a:extLst>
              <a:ext uri="{FF2B5EF4-FFF2-40B4-BE49-F238E27FC236}">
                <a16:creationId xmlns:a16="http://schemas.microsoft.com/office/drawing/2014/main" id="{1E8BDF18-110C-4213-D24B-6529B535F22F}"/>
              </a:ext>
            </a:extLst>
          </p:cNvPr>
          <p:cNvPicPr>
            <a:picLocks noChangeAspect="1"/>
          </p:cNvPicPr>
          <p:nvPr/>
        </p:nvPicPr>
        <p:blipFill>
          <a:blip r:embed="rId4"/>
          <a:srcRect l="5895" t="6897"/>
          <a:stretch>
            <a:fillRect/>
          </a:stretch>
        </p:blipFill>
        <p:spPr>
          <a:xfrm>
            <a:off x="6235033" y="590550"/>
            <a:ext cx="3597186" cy="3343205"/>
          </a:xfrm>
          <a:prstGeom prst="rect">
            <a:avLst/>
          </a:prstGeom>
          <a:ln>
            <a:noFill/>
          </a:ln>
        </p:spPr>
      </p:pic>
      <p:pic>
        <p:nvPicPr>
          <p:cNvPr id="6" name="Picture 5">
            <a:extLst>
              <a:ext uri="{FF2B5EF4-FFF2-40B4-BE49-F238E27FC236}">
                <a16:creationId xmlns:a16="http://schemas.microsoft.com/office/drawing/2014/main" id="{418530F0-11D8-87DF-1EBE-8C355B0EBC51}"/>
              </a:ext>
            </a:extLst>
          </p:cNvPr>
          <p:cNvPicPr>
            <a:picLocks noChangeAspect="1"/>
          </p:cNvPicPr>
          <p:nvPr/>
        </p:nvPicPr>
        <p:blipFill>
          <a:blip r:embed="rId4"/>
          <a:srcRect l="5895" t="28305" b="53392"/>
          <a:stretch>
            <a:fillRect/>
          </a:stretch>
        </p:blipFill>
        <p:spPr>
          <a:xfrm>
            <a:off x="6235031" y="2057400"/>
            <a:ext cx="3597187" cy="1695450"/>
          </a:xfrm>
          <a:prstGeom prst="rect">
            <a:avLst/>
          </a:prstGeom>
          <a:ln>
            <a:noFill/>
          </a:ln>
        </p:spPr>
      </p:pic>
      <p:pic>
        <p:nvPicPr>
          <p:cNvPr id="7" name="Picture 6">
            <a:extLst>
              <a:ext uri="{FF2B5EF4-FFF2-40B4-BE49-F238E27FC236}">
                <a16:creationId xmlns:a16="http://schemas.microsoft.com/office/drawing/2014/main" id="{D52132ED-6FA4-D023-6C1E-A6328836237C}"/>
              </a:ext>
            </a:extLst>
          </p:cNvPr>
          <p:cNvPicPr>
            <a:picLocks noChangeAspect="1"/>
          </p:cNvPicPr>
          <p:nvPr/>
        </p:nvPicPr>
        <p:blipFill>
          <a:blip r:embed="rId4"/>
          <a:srcRect l="37997" t="48008" r="7931" b="13422"/>
          <a:stretch>
            <a:fillRect/>
          </a:stretch>
        </p:blipFill>
        <p:spPr>
          <a:xfrm rot="16357712">
            <a:off x="8431676" y="962197"/>
            <a:ext cx="2047877" cy="1384995"/>
          </a:xfrm>
          <a:prstGeom prst="rect">
            <a:avLst/>
          </a:prstGeom>
          <a:ln>
            <a:noFill/>
          </a:ln>
        </p:spPr>
      </p:pic>
      <p:sp>
        <p:nvSpPr>
          <p:cNvPr id="8" name="TextBox 7">
            <a:extLst>
              <a:ext uri="{FF2B5EF4-FFF2-40B4-BE49-F238E27FC236}">
                <a16:creationId xmlns:a16="http://schemas.microsoft.com/office/drawing/2014/main" id="{824E4F6D-FEB6-2CD0-A5C7-643F046036E4}"/>
              </a:ext>
            </a:extLst>
          </p:cNvPr>
          <p:cNvSpPr txBox="1"/>
          <p:nvPr/>
        </p:nvSpPr>
        <p:spPr>
          <a:xfrm>
            <a:off x="6654794" y="1139653"/>
            <a:ext cx="2504755" cy="3139321"/>
          </a:xfrm>
          <a:prstGeom prst="rect">
            <a:avLst/>
          </a:prstGeom>
          <a:noFill/>
          <a:ln>
            <a:noFill/>
          </a:ln>
        </p:spPr>
        <p:txBody>
          <a:bodyPr wrap="square" rtlCol="0">
            <a:spAutoFit/>
          </a:bodyPr>
          <a:lstStyle/>
          <a:p>
            <a:r>
              <a:rPr lang="en-US" dirty="0"/>
              <a:t>Somehow its always bandits and this close to home.  Let’s check on Flannum and make sure they haven’t done any “</a:t>
            </a:r>
            <a:r>
              <a:rPr lang="en-US" i="1" dirty="0"/>
              <a:t>dam-age</a:t>
            </a:r>
            <a:r>
              <a:rPr lang="en-US" dirty="0"/>
              <a:t>”. Alright, alright, I’ll stop.   </a:t>
            </a:r>
          </a:p>
          <a:p>
            <a:r>
              <a:rPr lang="en-US" b="1" dirty="0"/>
              <a:t>You check the north side, and I’ll check the south. Meet you at the western shore.</a:t>
            </a:r>
          </a:p>
        </p:txBody>
      </p:sp>
      <p:sp>
        <p:nvSpPr>
          <p:cNvPr id="9" name="TextBox 8">
            <a:extLst>
              <a:ext uri="{FF2B5EF4-FFF2-40B4-BE49-F238E27FC236}">
                <a16:creationId xmlns:a16="http://schemas.microsoft.com/office/drawing/2014/main" id="{F6E83674-0CC6-A6E4-5419-AFACD8DC4AEC}"/>
              </a:ext>
            </a:extLst>
          </p:cNvPr>
          <p:cNvSpPr txBox="1"/>
          <p:nvPr/>
        </p:nvSpPr>
        <p:spPr>
          <a:xfrm>
            <a:off x="8259128" y="3960942"/>
            <a:ext cx="753974" cy="523220"/>
          </a:xfrm>
          <a:prstGeom prst="rect">
            <a:avLst/>
          </a:prstGeom>
          <a:noFill/>
          <a:ln>
            <a:noFill/>
          </a:ln>
        </p:spPr>
        <p:txBody>
          <a:bodyPr wrap="square" rtlCol="0">
            <a:spAutoFit/>
          </a:bodyPr>
          <a:lstStyle/>
          <a:p>
            <a:pPr algn="r"/>
            <a:r>
              <a:rPr lang="en-US" sz="2800" b="1" dirty="0">
                <a:latin typeface="Harrington" panose="04040505050A02020702" pitchFamily="82" charset="0"/>
              </a:rPr>
              <a:t>3</a:t>
            </a:r>
          </a:p>
        </p:txBody>
      </p:sp>
      <p:pic>
        <p:nvPicPr>
          <p:cNvPr id="10" name="Picture 9" descr="A person in a garment&#10;&#10;AI-generated content may be incorrect.">
            <a:extLst>
              <a:ext uri="{FF2B5EF4-FFF2-40B4-BE49-F238E27FC236}">
                <a16:creationId xmlns:a16="http://schemas.microsoft.com/office/drawing/2014/main" id="{C5330085-86FA-EF1A-53CF-56E3690B11F6}"/>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3" b="97659" l="9921" r="89683">
                        <a14:foregroundMark x1="52381" y1="2341" x2="42063" y2="10033"/>
                        <a14:foregroundMark x1="40683" y1="13815" x2="40476" y2="14381"/>
                        <a14:foregroundMark x1="42063" y1="10033" x2="40898" y2="13225"/>
                        <a14:foregroundMark x1="57937" y1="5518" x2="57540" y2="14716"/>
                        <a14:foregroundMark x1="57540" y1="14716" x2="58333" y2="15217"/>
                        <a14:foregroundMark x1="74206" y1="22241" x2="88492" y2="54181"/>
                        <a14:foregroundMark x1="88492" y1="54181" x2="88095" y2="55017"/>
                        <a14:foregroundMark x1="77057" y1="91806" x2="77381" y2="95652"/>
                        <a14:foregroundMark x1="77029" y1="91472" x2="77057" y2="91806"/>
                        <a14:foregroundMark x1="77001" y1="91137" x2="77029" y2="91472"/>
                        <a14:foregroundMark x1="75397" y1="72074" x2="77001" y2="91137"/>
                        <a14:foregroundMark x1="28571" y1="73077" x2="30952" y2="83612"/>
                        <a14:foregroundMark x1="30952" y1="83612" x2="22222" y2="93645"/>
                        <a14:foregroundMark x1="13492" y1="52843" x2="24206" y2="25251"/>
                        <a14:foregroundMark x1="17857" y1="26589" x2="19444" y2="21237"/>
                        <a14:foregroundMark x1="78571" y1="97659" x2="79762" y2="96154"/>
                        <a14:foregroundMark x1="88889" y1="39465" x2="83333" y2="34281"/>
                        <a14:foregroundMark x1="47222" y1="2843" x2="51984" y2="2676"/>
                        <a14:foregroundMark x1="59524" y1="7860" x2="59524" y2="9197"/>
                        <a14:foregroundMark x1="60317" y1="14214" x2="60317" y2="15050"/>
                        <a14:foregroundMark x1="80952" y1="27090" x2="80159" y2="24749"/>
                        <a14:foregroundMark x1="82143" y1="47659" x2="81746" y2="46656"/>
                        <a14:foregroundMark x1="78968" y1="92475" x2="78968" y2="92475"/>
                        <a14:foregroundMark x1="80159" y1="92809" x2="80159" y2="92809"/>
                        <a14:foregroundMark x1="80952" y1="93478" x2="80952" y2="93478"/>
                        <a14:foregroundMark x1="81746" y1="93144" x2="81746" y2="93144"/>
                        <a14:foregroundMark x1="83333" y1="96656" x2="83333" y2="96656"/>
                        <a14:foregroundMark x1="80556" y1="91304" x2="80556" y2="91304"/>
                        <a14:foregroundMark x1="78571" y1="89130" x2="78571" y2="89130"/>
                        <a14:foregroundMark x1="44841" y1="2007" x2="46825" y2="1338"/>
                        <a14:foregroundMark x1="49206" y1="1003" x2="51190" y2="1003"/>
                        <a14:foregroundMark x1="53175" y1="836" x2="53175" y2="836"/>
                        <a14:backgroundMark x1="45238" y1="1003" x2="45238" y2="502"/>
                        <a14:backgroundMark x1="49206" y1="59866" x2="46825" y2="91304"/>
                        <a14:backgroundMark x1="46825" y1="91304" x2="62302" y2="93813"/>
                        <a14:backgroundMark x1="79762" y1="83278" x2="81746" y2="76087"/>
                        <a14:backgroundMark x1="79365" y1="69064" x2="78571" y2="69732"/>
                        <a14:backgroundMark x1="78571" y1="52341" x2="73810" y2="46656"/>
                        <a14:backgroundMark x1="74603" y1="46321" x2="76190" y2="47324"/>
                        <a14:backgroundMark x1="78571" y1="47324" x2="75794" y2="46154"/>
                        <a14:backgroundMark x1="74603" y1="45652" x2="74603" y2="46321"/>
                        <a14:backgroundMark x1="11508" y1="31773" x2="7540" y2="36288"/>
                        <a14:backgroundMark x1="28571" y1="35619" x2="28571" y2="37124"/>
                        <a14:backgroundMark x1="28968" y1="38796" x2="29762" y2="39465"/>
                        <a14:backgroundMark x1="29365" y1="35953" x2="28175" y2="33946"/>
                        <a14:backgroundMark x1="11111" y1="57191" x2="14286" y2="56355"/>
                        <a14:backgroundMark x1="50000" y1="57023" x2="50794" y2="64047"/>
                        <a14:backgroundMark x1="50000" y1="56020" x2="50000" y2="58194"/>
                        <a14:backgroundMark x1="49603" y1="54849" x2="46825" y2="57023"/>
                        <a14:backgroundMark x1="54365" y1="68562" x2="59524" y2="71237"/>
                        <a14:backgroundMark x1="92063" y1="39465" x2="90873" y2="37793"/>
                        <a14:backgroundMark x1="54762" y1="65552" x2="54365" y2="63378"/>
                        <a14:backgroundMark x1="57143" y1="69732" x2="57143" y2="69732"/>
                        <a14:backgroundMark x1="40079" y1="12375" x2="38492" y2="11538"/>
                        <a14:backgroundMark x1="55556" y1="502" x2="55556" y2="502"/>
                        <a14:backgroundMark x1="46032" y1="334" x2="46032" y2="334"/>
                        <a14:backgroundMark x1="53968" y1="334" x2="53968" y2="334"/>
                        <a14:backgroundMark x1="81746" y1="91806" x2="81746" y2="91806"/>
                        <a14:backgroundMark x1="81746" y1="91472" x2="81746" y2="91472"/>
                        <a14:backgroundMark x1="80952" y1="91137" x2="80952" y2="91137"/>
                        <a14:backgroundMark x1="49206" y1="334" x2="49206" y2="334"/>
                      </a14:backgroundRemoval>
                    </a14:imgEffect>
                    <a14:imgEffect>
                      <a14:artisticCutout trans="50000" numberOfShades="6"/>
                    </a14:imgEffect>
                  </a14:imgLayer>
                </a14:imgProps>
              </a:ext>
              <a:ext uri="{28A0092B-C50C-407E-A947-70E740481C1C}">
                <a14:useLocalDpi xmlns:a14="http://schemas.microsoft.com/office/drawing/2010/main" val="0"/>
              </a:ext>
            </a:extLst>
          </a:blip>
          <a:srcRect l="-8463" t="-334" r="-128442" b="334"/>
          <a:stretch>
            <a:fillRect/>
          </a:stretch>
        </p:blipFill>
        <p:spPr>
          <a:xfrm>
            <a:off x="309562" y="571500"/>
            <a:ext cx="5686425" cy="5695950"/>
          </a:xfrm>
          <a:prstGeom prst="rect">
            <a:avLst/>
          </a:prstGeom>
          <a:effectLst>
            <a:softEdge rad="12700"/>
          </a:effectLst>
        </p:spPr>
      </p:pic>
      <p:pic>
        <p:nvPicPr>
          <p:cNvPr id="11" name="Picture 10">
            <a:extLst>
              <a:ext uri="{FF2B5EF4-FFF2-40B4-BE49-F238E27FC236}">
                <a16:creationId xmlns:a16="http://schemas.microsoft.com/office/drawing/2014/main" id="{18AC95FE-5A6E-9C46-0877-EFFD137A4528}"/>
              </a:ext>
            </a:extLst>
          </p:cNvPr>
          <p:cNvPicPr>
            <a:picLocks noChangeAspect="1"/>
          </p:cNvPicPr>
          <p:nvPr/>
        </p:nvPicPr>
        <p:blipFill>
          <a:blip r:embed="rId4"/>
          <a:srcRect l="2258" t="6897" r="6679" b="50530"/>
          <a:stretch>
            <a:fillRect/>
          </a:stretch>
        </p:blipFill>
        <p:spPr>
          <a:xfrm rot="10800000" flipH="1">
            <a:off x="2515054" y="3600447"/>
            <a:ext cx="3480933" cy="1528727"/>
          </a:xfrm>
          <a:prstGeom prst="rect">
            <a:avLst/>
          </a:prstGeom>
          <a:ln>
            <a:noFill/>
          </a:ln>
        </p:spPr>
      </p:pic>
      <p:pic>
        <p:nvPicPr>
          <p:cNvPr id="12" name="Picture 11">
            <a:extLst>
              <a:ext uri="{FF2B5EF4-FFF2-40B4-BE49-F238E27FC236}">
                <a16:creationId xmlns:a16="http://schemas.microsoft.com/office/drawing/2014/main" id="{6F80B619-3CBA-AB33-A13F-7AD0A960DC3A}"/>
              </a:ext>
            </a:extLst>
          </p:cNvPr>
          <p:cNvPicPr>
            <a:picLocks noChangeAspect="1"/>
          </p:cNvPicPr>
          <p:nvPr/>
        </p:nvPicPr>
        <p:blipFill>
          <a:blip r:embed="rId4"/>
          <a:srcRect l="5895" t="6897"/>
          <a:stretch>
            <a:fillRect/>
          </a:stretch>
        </p:blipFill>
        <p:spPr>
          <a:xfrm flipH="1">
            <a:off x="2315028" y="571500"/>
            <a:ext cx="3597186" cy="3343205"/>
          </a:xfrm>
          <a:prstGeom prst="rect">
            <a:avLst/>
          </a:prstGeom>
          <a:ln>
            <a:noFill/>
          </a:ln>
        </p:spPr>
      </p:pic>
      <p:pic>
        <p:nvPicPr>
          <p:cNvPr id="13" name="Picture 12">
            <a:extLst>
              <a:ext uri="{FF2B5EF4-FFF2-40B4-BE49-F238E27FC236}">
                <a16:creationId xmlns:a16="http://schemas.microsoft.com/office/drawing/2014/main" id="{6D9159E8-2D36-1CA6-3142-E8DBA9145386}"/>
              </a:ext>
            </a:extLst>
          </p:cNvPr>
          <p:cNvPicPr>
            <a:picLocks noChangeAspect="1"/>
          </p:cNvPicPr>
          <p:nvPr/>
        </p:nvPicPr>
        <p:blipFill>
          <a:blip r:embed="rId4"/>
          <a:srcRect l="4066" t="28305" b="53392"/>
          <a:stretch>
            <a:fillRect/>
          </a:stretch>
        </p:blipFill>
        <p:spPr>
          <a:xfrm flipH="1">
            <a:off x="2315028" y="2038350"/>
            <a:ext cx="3667096" cy="1695450"/>
          </a:xfrm>
          <a:prstGeom prst="rect">
            <a:avLst/>
          </a:prstGeom>
          <a:ln>
            <a:noFill/>
          </a:ln>
        </p:spPr>
      </p:pic>
      <p:pic>
        <p:nvPicPr>
          <p:cNvPr id="14" name="Picture 13">
            <a:extLst>
              <a:ext uri="{FF2B5EF4-FFF2-40B4-BE49-F238E27FC236}">
                <a16:creationId xmlns:a16="http://schemas.microsoft.com/office/drawing/2014/main" id="{B1693517-954F-AA99-AA1D-8248B3F52F0D}"/>
              </a:ext>
            </a:extLst>
          </p:cNvPr>
          <p:cNvPicPr>
            <a:picLocks noChangeAspect="1"/>
          </p:cNvPicPr>
          <p:nvPr/>
        </p:nvPicPr>
        <p:blipFill>
          <a:blip r:embed="rId4"/>
          <a:srcRect l="37997" t="48008" r="7931" b="13422"/>
          <a:stretch>
            <a:fillRect/>
          </a:stretch>
        </p:blipFill>
        <p:spPr>
          <a:xfrm rot="5242288" flipH="1">
            <a:off x="1667694" y="943147"/>
            <a:ext cx="2047877" cy="1384995"/>
          </a:xfrm>
          <a:prstGeom prst="rect">
            <a:avLst/>
          </a:prstGeom>
          <a:ln>
            <a:noFill/>
          </a:ln>
        </p:spPr>
      </p:pic>
      <p:sp>
        <p:nvSpPr>
          <p:cNvPr id="15" name="TextBox 14">
            <a:extLst>
              <a:ext uri="{FF2B5EF4-FFF2-40B4-BE49-F238E27FC236}">
                <a16:creationId xmlns:a16="http://schemas.microsoft.com/office/drawing/2014/main" id="{BE17B80F-9DAD-E62B-3A88-556425179327}"/>
              </a:ext>
            </a:extLst>
          </p:cNvPr>
          <p:cNvSpPr txBox="1"/>
          <p:nvPr/>
        </p:nvSpPr>
        <p:spPr>
          <a:xfrm>
            <a:off x="2971989" y="1037308"/>
            <a:ext cx="2654558" cy="3693319"/>
          </a:xfrm>
          <a:prstGeom prst="rect">
            <a:avLst/>
          </a:prstGeom>
          <a:noFill/>
          <a:ln>
            <a:noFill/>
          </a:ln>
        </p:spPr>
        <p:txBody>
          <a:bodyPr wrap="square" rtlCol="0">
            <a:spAutoFit/>
          </a:bodyPr>
          <a:lstStyle/>
          <a:p>
            <a:r>
              <a:rPr lang="en-US" dirty="0"/>
              <a:t>Well, if it isn’t the </a:t>
            </a:r>
            <a:r>
              <a:rPr lang="en-US" i="1" dirty="0"/>
              <a:t>new</a:t>
            </a:r>
            <a:r>
              <a:rPr lang="en-US" dirty="0"/>
              <a:t> “hero”. I hope that knock to your head didn’t do any permanent damage. Logan asked me to come help out but…I’ve been distracted watching that beautiful woman. She is in quite the “</a:t>
            </a:r>
            <a:r>
              <a:rPr lang="en-US" i="1" dirty="0"/>
              <a:t>Diah-lema</a:t>
            </a:r>
            <a:r>
              <a:rPr lang="en-US" dirty="0"/>
              <a:t>”, but I didn’t bring my working clothes. </a:t>
            </a:r>
            <a:r>
              <a:rPr lang="en-US" b="1" dirty="0"/>
              <a:t>Help her out and come find me by the river.</a:t>
            </a:r>
          </a:p>
        </p:txBody>
      </p:sp>
      <p:sp>
        <p:nvSpPr>
          <p:cNvPr id="16" name="TextBox 15">
            <a:extLst>
              <a:ext uri="{FF2B5EF4-FFF2-40B4-BE49-F238E27FC236}">
                <a16:creationId xmlns:a16="http://schemas.microsoft.com/office/drawing/2014/main" id="{56458411-99AD-7D90-B9D7-1BA9B595EC96}"/>
              </a:ext>
            </a:extLst>
          </p:cNvPr>
          <p:cNvSpPr txBox="1"/>
          <p:nvPr/>
        </p:nvSpPr>
        <p:spPr>
          <a:xfrm>
            <a:off x="4615109" y="4285201"/>
            <a:ext cx="753974" cy="523220"/>
          </a:xfrm>
          <a:prstGeom prst="rect">
            <a:avLst/>
          </a:prstGeom>
          <a:noFill/>
          <a:ln>
            <a:noFill/>
          </a:ln>
        </p:spPr>
        <p:txBody>
          <a:bodyPr wrap="square" rtlCol="0">
            <a:spAutoFit/>
          </a:bodyPr>
          <a:lstStyle/>
          <a:p>
            <a:pPr algn="r"/>
            <a:r>
              <a:rPr lang="en-US" sz="2800" b="1" dirty="0">
                <a:latin typeface="Harrington" panose="04040505050A02020702" pitchFamily="82" charset="0"/>
              </a:rPr>
              <a:t>2</a:t>
            </a:r>
          </a:p>
        </p:txBody>
      </p:sp>
      <p:pic>
        <p:nvPicPr>
          <p:cNvPr id="19" name="Picture 18" descr="A brown paper scroll with a white background&#10;&#10;AI-generated content may be incorrect.">
            <a:extLst>
              <a:ext uri="{FF2B5EF4-FFF2-40B4-BE49-F238E27FC236}">
                <a16:creationId xmlns:a16="http://schemas.microsoft.com/office/drawing/2014/main" id="{460DC178-C247-8859-6755-D85A479DED62}"/>
              </a:ext>
            </a:extLst>
          </p:cNvPr>
          <p:cNvPicPr>
            <a:picLocks noChangeAspect="1"/>
          </p:cNvPicPr>
          <p:nvPr/>
        </p:nvPicPr>
        <p:blipFill>
          <a:blip r:embed="rId5">
            <a:duotone>
              <a:prstClr val="black"/>
              <a:srgbClr val="E9DEBB">
                <a:tint val="45000"/>
                <a:satMod val="400000"/>
              </a:srgbClr>
            </a:duotone>
            <a:extLst>
              <a:ext uri="{BEBA8EAE-BF5A-486C-A8C5-ECC9F3942E4B}">
                <a14:imgProps xmlns:a14="http://schemas.microsoft.com/office/drawing/2010/main">
                  <a14:imgLayer r:embed="rId6">
                    <a14:imgEffect>
                      <a14:backgroundRemoval t="10000" b="90000" l="2700" r="97700">
                        <a14:foregroundMark x1="7900" y1="36667" x2="9800" y2="39872"/>
                        <a14:foregroundMark x1="2800" y1="50769" x2="11700" y2="51538"/>
                        <a14:foregroundMark x1="95100" y1="40385" x2="85000" y2="41154"/>
                        <a14:foregroundMark x1="96700" y1="54487" x2="93700" y2="50769"/>
                        <a14:foregroundMark x1="97700" y1="39872" x2="94600" y2="40385"/>
                      </a14:backgroundRemoval>
                    </a14:imgEffect>
                  </a14:imgLayer>
                </a14:imgProps>
              </a:ext>
              <a:ext uri="{28A0092B-C50C-407E-A947-70E740481C1C}">
                <a14:useLocalDpi xmlns:a14="http://schemas.microsoft.com/office/drawing/2010/main" val="0"/>
              </a:ext>
            </a:extLst>
          </a:blip>
          <a:srcRect l="2942" t="28320" b="38629"/>
          <a:stretch>
            <a:fillRect/>
          </a:stretch>
        </p:blipFill>
        <p:spPr>
          <a:xfrm>
            <a:off x="309562" y="4962568"/>
            <a:ext cx="2763838" cy="981032"/>
          </a:xfrm>
          <a:prstGeom prst="rect">
            <a:avLst/>
          </a:prstGeom>
        </p:spPr>
      </p:pic>
      <p:sp>
        <p:nvSpPr>
          <p:cNvPr id="20" name="TextBox 19">
            <a:extLst>
              <a:ext uri="{FF2B5EF4-FFF2-40B4-BE49-F238E27FC236}">
                <a16:creationId xmlns:a16="http://schemas.microsoft.com/office/drawing/2014/main" id="{18A487E7-F074-B63D-70A3-29CB214011B5}"/>
              </a:ext>
            </a:extLst>
          </p:cNvPr>
          <p:cNvSpPr txBox="1"/>
          <p:nvPr/>
        </p:nvSpPr>
        <p:spPr>
          <a:xfrm rot="20807009">
            <a:off x="1152110" y="5126466"/>
            <a:ext cx="1250663" cy="584775"/>
          </a:xfrm>
          <a:prstGeom prst="rect">
            <a:avLst/>
          </a:prstGeom>
          <a:noFill/>
        </p:spPr>
        <p:txBody>
          <a:bodyPr wrap="none" rtlCol="0">
            <a:spAutoFit/>
          </a:bodyPr>
          <a:lstStyle/>
          <a:p>
            <a:r>
              <a:rPr lang="en-US" sz="3200" dirty="0">
                <a:solidFill>
                  <a:srgbClr val="525252"/>
                </a:solidFill>
                <a:latin typeface="Old English Text MT" panose="03040902040508030806" pitchFamily="66" charset="0"/>
              </a:rPr>
              <a:t>Faren</a:t>
            </a:r>
          </a:p>
        </p:txBody>
      </p:sp>
    </p:spTree>
    <p:extLst>
      <p:ext uri="{BB962C8B-B14F-4D97-AF65-F5344CB8AC3E}">
        <p14:creationId xmlns:p14="http://schemas.microsoft.com/office/powerpoint/2010/main" val="3511427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0253E-805A-052A-C956-BA9322E80342}"/>
            </a:ext>
          </a:extLst>
        </p:cNvPr>
        <p:cNvGrpSpPr/>
        <p:nvPr/>
      </p:nvGrpSpPr>
      <p:grpSpPr>
        <a:xfrm>
          <a:off x="0" y="0"/>
          <a:ext cx="0" cy="0"/>
          <a:chOff x="0" y="0"/>
          <a:chExt cx="0" cy="0"/>
        </a:xfrm>
      </p:grpSpPr>
      <p:pic>
        <p:nvPicPr>
          <p:cNvPr id="5" name="Picture 4" descr="A person in a garment&#10;&#10;AI-generated content may be incorrect.">
            <a:extLst>
              <a:ext uri="{FF2B5EF4-FFF2-40B4-BE49-F238E27FC236}">
                <a16:creationId xmlns:a16="http://schemas.microsoft.com/office/drawing/2014/main" id="{B905273D-5BD1-F4FA-93CD-EE09656DAB8B}"/>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3" b="97659" l="9921" r="89683">
                        <a14:foregroundMark x1="52381" y1="2341" x2="42063" y2="10033"/>
                        <a14:foregroundMark x1="40683" y1="13815" x2="40476" y2="14381"/>
                        <a14:foregroundMark x1="42063" y1="10033" x2="40898" y2="13225"/>
                        <a14:foregroundMark x1="57937" y1="5518" x2="57540" y2="14716"/>
                        <a14:foregroundMark x1="57540" y1="14716" x2="58333" y2="15217"/>
                        <a14:foregroundMark x1="74206" y1="22241" x2="88492" y2="54181"/>
                        <a14:foregroundMark x1="88492" y1="54181" x2="88095" y2="55017"/>
                        <a14:foregroundMark x1="77057" y1="91806" x2="77381" y2="95652"/>
                        <a14:foregroundMark x1="77029" y1="91472" x2="77057" y2="91806"/>
                        <a14:foregroundMark x1="77001" y1="91137" x2="77029" y2="91472"/>
                        <a14:foregroundMark x1="75397" y1="72074" x2="77001" y2="91137"/>
                        <a14:foregroundMark x1="28571" y1="73077" x2="30952" y2="83612"/>
                        <a14:foregroundMark x1="30952" y1="83612" x2="22222" y2="93645"/>
                        <a14:foregroundMark x1="13492" y1="52843" x2="24206" y2="25251"/>
                        <a14:foregroundMark x1="17857" y1="26589" x2="19444" y2="21237"/>
                        <a14:foregroundMark x1="78571" y1="97659" x2="79762" y2="96154"/>
                        <a14:foregroundMark x1="88889" y1="39465" x2="83333" y2="34281"/>
                        <a14:foregroundMark x1="47222" y1="2843" x2="51984" y2="2676"/>
                        <a14:foregroundMark x1="59524" y1="7860" x2="59524" y2="9197"/>
                        <a14:foregroundMark x1="60317" y1="14214" x2="60317" y2="15050"/>
                        <a14:foregroundMark x1="80952" y1="27090" x2="80159" y2="24749"/>
                        <a14:foregroundMark x1="82143" y1="47659" x2="81746" y2="46656"/>
                        <a14:foregroundMark x1="78968" y1="92475" x2="78968" y2="92475"/>
                        <a14:foregroundMark x1="80159" y1="92809" x2="80159" y2="92809"/>
                        <a14:foregroundMark x1="80952" y1="93478" x2="80952" y2="93478"/>
                        <a14:foregroundMark x1="81746" y1="93144" x2="81746" y2="93144"/>
                        <a14:foregroundMark x1="83333" y1="96656" x2="83333" y2="96656"/>
                        <a14:foregroundMark x1="80556" y1="91304" x2="80556" y2="91304"/>
                        <a14:foregroundMark x1="78571" y1="89130" x2="78571" y2="89130"/>
                        <a14:foregroundMark x1="44841" y1="2007" x2="46825" y2="1338"/>
                        <a14:foregroundMark x1="49206" y1="1003" x2="51190" y2="1003"/>
                        <a14:foregroundMark x1="53175" y1="836" x2="53175" y2="836"/>
                        <a14:backgroundMark x1="45238" y1="1003" x2="45238" y2="502"/>
                        <a14:backgroundMark x1="49206" y1="59866" x2="46825" y2="91304"/>
                        <a14:backgroundMark x1="46825" y1="91304" x2="62302" y2="93813"/>
                        <a14:backgroundMark x1="79762" y1="83278" x2="81746" y2="76087"/>
                        <a14:backgroundMark x1="79365" y1="69064" x2="78571" y2="69732"/>
                        <a14:backgroundMark x1="78571" y1="52341" x2="73810" y2="46656"/>
                        <a14:backgroundMark x1="74603" y1="46321" x2="76190" y2="47324"/>
                        <a14:backgroundMark x1="78571" y1="47324" x2="75794" y2="46154"/>
                        <a14:backgroundMark x1="74603" y1="45652" x2="74603" y2="46321"/>
                        <a14:backgroundMark x1="11508" y1="31773" x2="7540" y2="36288"/>
                        <a14:backgroundMark x1="28571" y1="35619" x2="28571" y2="37124"/>
                        <a14:backgroundMark x1="28968" y1="38796" x2="29762" y2="39465"/>
                        <a14:backgroundMark x1="29365" y1="35953" x2="28175" y2="33946"/>
                        <a14:backgroundMark x1="11111" y1="57191" x2="14286" y2="56355"/>
                        <a14:backgroundMark x1="50000" y1="57023" x2="50794" y2="64047"/>
                        <a14:backgroundMark x1="50000" y1="56020" x2="50000" y2="58194"/>
                        <a14:backgroundMark x1="49603" y1="54849" x2="46825" y2="57023"/>
                        <a14:backgroundMark x1="54365" y1="68562" x2="59524" y2="71237"/>
                        <a14:backgroundMark x1="92063" y1="39465" x2="90873" y2="37793"/>
                        <a14:backgroundMark x1="54762" y1="65552" x2="54365" y2="63378"/>
                        <a14:backgroundMark x1="57143" y1="69732" x2="57143" y2="69732"/>
                        <a14:backgroundMark x1="40079" y1="12375" x2="38492" y2="11538"/>
                        <a14:backgroundMark x1="55556" y1="502" x2="55556" y2="502"/>
                        <a14:backgroundMark x1="46032" y1="334" x2="46032" y2="334"/>
                        <a14:backgroundMark x1="53968" y1="334" x2="53968" y2="334"/>
                        <a14:backgroundMark x1="81746" y1="91806" x2="81746" y2="91806"/>
                        <a14:backgroundMark x1="81746" y1="91472" x2="81746" y2="91472"/>
                        <a14:backgroundMark x1="80952" y1="91137" x2="80952" y2="91137"/>
                        <a14:backgroundMark x1="49206" y1="334" x2="49206" y2="334"/>
                      </a14:backgroundRemoval>
                    </a14:imgEffect>
                    <a14:imgEffect>
                      <a14:artisticCutout trans="50000" numberOfShades="6"/>
                    </a14:imgEffect>
                  </a14:imgLayer>
                </a14:imgProps>
              </a:ext>
              <a:ext uri="{28A0092B-C50C-407E-A947-70E740481C1C}">
                <a14:useLocalDpi xmlns:a14="http://schemas.microsoft.com/office/drawing/2010/main" val="0"/>
              </a:ext>
            </a:extLst>
          </a:blip>
          <a:srcRect l="-134175" r="-2730"/>
          <a:stretch>
            <a:fillRect/>
          </a:stretch>
        </p:blipFill>
        <p:spPr>
          <a:xfrm>
            <a:off x="6235033" y="581025"/>
            <a:ext cx="5686425" cy="5695950"/>
          </a:xfrm>
          <a:prstGeom prst="rect">
            <a:avLst/>
          </a:prstGeom>
          <a:effectLst>
            <a:softEdge rad="12700"/>
          </a:effectLst>
        </p:spPr>
      </p:pic>
      <p:pic>
        <p:nvPicPr>
          <p:cNvPr id="2" name="Picture 1">
            <a:extLst>
              <a:ext uri="{FF2B5EF4-FFF2-40B4-BE49-F238E27FC236}">
                <a16:creationId xmlns:a16="http://schemas.microsoft.com/office/drawing/2014/main" id="{04C4AD9A-CB41-D08A-C568-FA8912894DB1}"/>
              </a:ext>
            </a:extLst>
          </p:cNvPr>
          <p:cNvPicPr>
            <a:picLocks noChangeAspect="1"/>
          </p:cNvPicPr>
          <p:nvPr/>
        </p:nvPicPr>
        <p:blipFill>
          <a:blip r:embed="rId4"/>
          <a:srcRect l="2258" t="6897" r="5233" b="50530"/>
          <a:stretch>
            <a:fillRect/>
          </a:stretch>
        </p:blipFill>
        <p:spPr>
          <a:xfrm rot="10800000">
            <a:off x="6235033" y="3609973"/>
            <a:ext cx="3536193" cy="1528727"/>
          </a:xfrm>
          <a:prstGeom prst="rect">
            <a:avLst/>
          </a:prstGeom>
          <a:ln>
            <a:noFill/>
          </a:ln>
        </p:spPr>
      </p:pic>
      <p:pic>
        <p:nvPicPr>
          <p:cNvPr id="4" name="Picture 3">
            <a:extLst>
              <a:ext uri="{FF2B5EF4-FFF2-40B4-BE49-F238E27FC236}">
                <a16:creationId xmlns:a16="http://schemas.microsoft.com/office/drawing/2014/main" id="{80AB2F27-86D0-7338-F763-880E45328A21}"/>
              </a:ext>
            </a:extLst>
          </p:cNvPr>
          <p:cNvPicPr>
            <a:picLocks noChangeAspect="1"/>
          </p:cNvPicPr>
          <p:nvPr/>
        </p:nvPicPr>
        <p:blipFill>
          <a:blip r:embed="rId4"/>
          <a:srcRect l="2258" t="6897"/>
          <a:stretch>
            <a:fillRect/>
          </a:stretch>
        </p:blipFill>
        <p:spPr>
          <a:xfrm>
            <a:off x="6235034" y="581025"/>
            <a:ext cx="3736218" cy="3343205"/>
          </a:xfrm>
          <a:prstGeom prst="rect">
            <a:avLst/>
          </a:prstGeom>
          <a:ln>
            <a:noFill/>
          </a:ln>
        </p:spPr>
      </p:pic>
      <p:pic>
        <p:nvPicPr>
          <p:cNvPr id="6" name="Picture 5">
            <a:extLst>
              <a:ext uri="{FF2B5EF4-FFF2-40B4-BE49-F238E27FC236}">
                <a16:creationId xmlns:a16="http://schemas.microsoft.com/office/drawing/2014/main" id="{00A85C09-0855-1B38-7D34-138BC0C75F05}"/>
              </a:ext>
            </a:extLst>
          </p:cNvPr>
          <p:cNvPicPr>
            <a:picLocks noChangeAspect="1"/>
          </p:cNvPicPr>
          <p:nvPr/>
        </p:nvPicPr>
        <p:blipFill>
          <a:blip r:embed="rId4"/>
          <a:srcRect l="2258" t="28305" b="53392"/>
          <a:stretch>
            <a:fillRect/>
          </a:stretch>
        </p:blipFill>
        <p:spPr>
          <a:xfrm>
            <a:off x="6235034" y="2047875"/>
            <a:ext cx="3736218" cy="1695450"/>
          </a:xfrm>
          <a:prstGeom prst="rect">
            <a:avLst/>
          </a:prstGeom>
          <a:ln>
            <a:noFill/>
          </a:ln>
        </p:spPr>
      </p:pic>
      <p:pic>
        <p:nvPicPr>
          <p:cNvPr id="7" name="Picture 6">
            <a:extLst>
              <a:ext uri="{FF2B5EF4-FFF2-40B4-BE49-F238E27FC236}">
                <a16:creationId xmlns:a16="http://schemas.microsoft.com/office/drawing/2014/main" id="{BFC6C1BB-EDF4-F355-B7E3-B3500E444CDF}"/>
              </a:ext>
            </a:extLst>
          </p:cNvPr>
          <p:cNvPicPr>
            <a:picLocks noChangeAspect="1"/>
          </p:cNvPicPr>
          <p:nvPr/>
        </p:nvPicPr>
        <p:blipFill>
          <a:blip r:embed="rId4"/>
          <a:srcRect l="37997" t="48008" r="7931" b="13422"/>
          <a:stretch>
            <a:fillRect/>
          </a:stretch>
        </p:blipFill>
        <p:spPr>
          <a:xfrm rot="16357712">
            <a:off x="8570709" y="952672"/>
            <a:ext cx="2047877" cy="1384995"/>
          </a:xfrm>
          <a:prstGeom prst="rect">
            <a:avLst/>
          </a:prstGeom>
          <a:ln>
            <a:noFill/>
          </a:ln>
        </p:spPr>
      </p:pic>
      <p:sp>
        <p:nvSpPr>
          <p:cNvPr id="8" name="TextBox 7">
            <a:extLst>
              <a:ext uri="{FF2B5EF4-FFF2-40B4-BE49-F238E27FC236}">
                <a16:creationId xmlns:a16="http://schemas.microsoft.com/office/drawing/2014/main" id="{FF2B68E5-0DBA-FF76-8DAC-D2FC558C3238}"/>
              </a:ext>
            </a:extLst>
          </p:cNvPr>
          <p:cNvSpPr txBox="1"/>
          <p:nvPr/>
        </p:nvSpPr>
        <p:spPr>
          <a:xfrm>
            <a:off x="6750751" y="956476"/>
            <a:ext cx="2504755" cy="3416320"/>
          </a:xfrm>
          <a:prstGeom prst="rect">
            <a:avLst/>
          </a:prstGeom>
          <a:noFill/>
          <a:ln>
            <a:noFill/>
          </a:ln>
        </p:spPr>
        <p:txBody>
          <a:bodyPr wrap="square" rtlCol="0">
            <a:spAutoFit/>
          </a:bodyPr>
          <a:lstStyle/>
          <a:p>
            <a:r>
              <a:rPr lang="en-US" dirty="0"/>
              <a:t>This fair maiden has been telling me about her precious moa’s, taken by bandits.</a:t>
            </a:r>
            <a:r>
              <a:rPr lang="en-US" i="1" dirty="0"/>
              <a:t> </a:t>
            </a:r>
            <a:r>
              <a:rPr lang="en-US" dirty="0"/>
              <a:t>While we were…*</a:t>
            </a:r>
            <a:r>
              <a:rPr lang="en-US" i="1" dirty="0"/>
              <a:t>looking* </a:t>
            </a:r>
            <a:r>
              <a:rPr lang="en-US" dirty="0"/>
              <a:t>in the bushes…I found a collar. NO, not one for a moa, but one sized for a human.  I’ve got a bad feeling but lets </a:t>
            </a:r>
            <a:r>
              <a:rPr lang="en-US" b="1" dirty="0"/>
              <a:t>check inside the cave. I hope I’m wrong.</a:t>
            </a:r>
          </a:p>
        </p:txBody>
      </p:sp>
      <p:sp>
        <p:nvSpPr>
          <p:cNvPr id="9" name="TextBox 8">
            <a:extLst>
              <a:ext uri="{FF2B5EF4-FFF2-40B4-BE49-F238E27FC236}">
                <a16:creationId xmlns:a16="http://schemas.microsoft.com/office/drawing/2014/main" id="{0D598FE9-28E6-7877-E3CF-9D4D34BD4BBD}"/>
              </a:ext>
            </a:extLst>
          </p:cNvPr>
          <p:cNvSpPr txBox="1"/>
          <p:nvPr/>
        </p:nvSpPr>
        <p:spPr>
          <a:xfrm>
            <a:off x="8425349" y="4184388"/>
            <a:ext cx="753974" cy="523220"/>
          </a:xfrm>
          <a:prstGeom prst="rect">
            <a:avLst/>
          </a:prstGeom>
          <a:noFill/>
          <a:ln>
            <a:noFill/>
          </a:ln>
        </p:spPr>
        <p:txBody>
          <a:bodyPr wrap="square" rtlCol="0">
            <a:spAutoFit/>
          </a:bodyPr>
          <a:lstStyle/>
          <a:p>
            <a:pPr algn="r"/>
            <a:r>
              <a:rPr lang="en-US" sz="2800" b="1" dirty="0">
                <a:latin typeface="Harrington" panose="04040505050A02020702" pitchFamily="82" charset="0"/>
              </a:rPr>
              <a:t>5</a:t>
            </a:r>
          </a:p>
        </p:txBody>
      </p:sp>
      <p:pic>
        <p:nvPicPr>
          <p:cNvPr id="10" name="Picture 9" descr="A person in a garment&#10;&#10;AI-generated content may be incorrect.">
            <a:extLst>
              <a:ext uri="{FF2B5EF4-FFF2-40B4-BE49-F238E27FC236}">
                <a16:creationId xmlns:a16="http://schemas.microsoft.com/office/drawing/2014/main" id="{3A1691B5-FE9D-BDC3-A2E7-06463FCC300E}"/>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3" b="97659" l="9921" r="89683">
                        <a14:foregroundMark x1="52381" y1="2341" x2="42063" y2="10033"/>
                        <a14:foregroundMark x1="40683" y1="13815" x2="40476" y2="14381"/>
                        <a14:foregroundMark x1="42063" y1="10033" x2="40898" y2="13225"/>
                        <a14:foregroundMark x1="57937" y1="5518" x2="57540" y2="14716"/>
                        <a14:foregroundMark x1="57540" y1="14716" x2="58333" y2="15217"/>
                        <a14:foregroundMark x1="74206" y1="22241" x2="88492" y2="54181"/>
                        <a14:foregroundMark x1="88492" y1="54181" x2="88095" y2="55017"/>
                        <a14:foregroundMark x1="77057" y1="91806" x2="77381" y2="95652"/>
                        <a14:foregroundMark x1="77029" y1="91472" x2="77057" y2="91806"/>
                        <a14:foregroundMark x1="77001" y1="91137" x2="77029" y2="91472"/>
                        <a14:foregroundMark x1="75397" y1="72074" x2="77001" y2="91137"/>
                        <a14:foregroundMark x1="28571" y1="73077" x2="30952" y2="83612"/>
                        <a14:foregroundMark x1="30952" y1="83612" x2="22222" y2="93645"/>
                        <a14:foregroundMark x1="13492" y1="52843" x2="24206" y2="25251"/>
                        <a14:foregroundMark x1="17857" y1="26589" x2="19444" y2="21237"/>
                        <a14:foregroundMark x1="78571" y1="97659" x2="79762" y2="96154"/>
                        <a14:foregroundMark x1="88889" y1="39465" x2="83333" y2="34281"/>
                        <a14:foregroundMark x1="47222" y1="2843" x2="51984" y2="2676"/>
                        <a14:foregroundMark x1="59524" y1="7860" x2="59524" y2="9197"/>
                        <a14:foregroundMark x1="60317" y1="14214" x2="60317" y2="15050"/>
                        <a14:foregroundMark x1="80952" y1="27090" x2="80159" y2="24749"/>
                        <a14:foregroundMark x1="82143" y1="47659" x2="81746" y2="46656"/>
                        <a14:foregroundMark x1="78968" y1="92475" x2="78968" y2="92475"/>
                        <a14:foregroundMark x1="80159" y1="92809" x2="80159" y2="92809"/>
                        <a14:foregroundMark x1="80952" y1="93478" x2="80952" y2="93478"/>
                        <a14:foregroundMark x1="81746" y1="93144" x2="81746" y2="93144"/>
                        <a14:foregroundMark x1="83333" y1="96656" x2="83333" y2="96656"/>
                        <a14:foregroundMark x1="80556" y1="91304" x2="80556" y2="91304"/>
                        <a14:foregroundMark x1="78571" y1="89130" x2="78571" y2="89130"/>
                        <a14:foregroundMark x1="44841" y1="2007" x2="46825" y2="1338"/>
                        <a14:foregroundMark x1="49206" y1="1003" x2="51190" y2="1003"/>
                        <a14:foregroundMark x1="53175" y1="836" x2="53175" y2="836"/>
                        <a14:backgroundMark x1="45238" y1="1003" x2="45238" y2="502"/>
                        <a14:backgroundMark x1="49206" y1="59866" x2="46825" y2="91304"/>
                        <a14:backgroundMark x1="46825" y1="91304" x2="62302" y2="93813"/>
                        <a14:backgroundMark x1="79762" y1="83278" x2="81746" y2="76087"/>
                        <a14:backgroundMark x1="79365" y1="69064" x2="78571" y2="69732"/>
                        <a14:backgroundMark x1="78571" y1="52341" x2="73810" y2="46656"/>
                        <a14:backgroundMark x1="74603" y1="46321" x2="76190" y2="47324"/>
                        <a14:backgroundMark x1="78571" y1="47324" x2="75794" y2="46154"/>
                        <a14:backgroundMark x1="74603" y1="45652" x2="74603" y2="46321"/>
                        <a14:backgroundMark x1="11508" y1="31773" x2="7540" y2="36288"/>
                        <a14:backgroundMark x1="28571" y1="35619" x2="28571" y2="37124"/>
                        <a14:backgroundMark x1="28968" y1="38796" x2="29762" y2="39465"/>
                        <a14:backgroundMark x1="29365" y1="35953" x2="28175" y2="33946"/>
                        <a14:backgroundMark x1="11111" y1="57191" x2="14286" y2="56355"/>
                        <a14:backgroundMark x1="50000" y1="57023" x2="50794" y2="64047"/>
                        <a14:backgroundMark x1="50000" y1="56020" x2="50000" y2="58194"/>
                        <a14:backgroundMark x1="49603" y1="54849" x2="46825" y2="57023"/>
                        <a14:backgroundMark x1="54365" y1="68562" x2="59524" y2="71237"/>
                        <a14:backgroundMark x1="92063" y1="39465" x2="90873" y2="37793"/>
                        <a14:backgroundMark x1="54762" y1="65552" x2="54365" y2="63378"/>
                        <a14:backgroundMark x1="57143" y1="69732" x2="57143" y2="69732"/>
                        <a14:backgroundMark x1="40079" y1="12375" x2="38492" y2="11538"/>
                        <a14:backgroundMark x1="55556" y1="502" x2="55556" y2="502"/>
                        <a14:backgroundMark x1="46032" y1="334" x2="46032" y2="334"/>
                        <a14:backgroundMark x1="53968" y1="334" x2="53968" y2="334"/>
                        <a14:backgroundMark x1="81746" y1="91806" x2="81746" y2="91806"/>
                        <a14:backgroundMark x1="81746" y1="91472" x2="81746" y2="91472"/>
                        <a14:backgroundMark x1="80952" y1="91137" x2="80952" y2="91137"/>
                        <a14:backgroundMark x1="49206" y1="334" x2="49206" y2="334"/>
                      </a14:backgroundRemoval>
                    </a14:imgEffect>
                    <a14:imgEffect>
                      <a14:artisticCutout trans="50000" numberOfShades="6"/>
                    </a14:imgEffect>
                  </a14:imgLayer>
                </a14:imgProps>
              </a:ext>
              <a:ext uri="{28A0092B-C50C-407E-A947-70E740481C1C}">
                <a14:useLocalDpi xmlns:a14="http://schemas.microsoft.com/office/drawing/2010/main" val="0"/>
              </a:ext>
            </a:extLst>
          </a:blip>
          <a:srcRect l="416" t="-167" r="-137321" b="167"/>
          <a:stretch>
            <a:fillRect/>
          </a:stretch>
        </p:blipFill>
        <p:spPr>
          <a:xfrm>
            <a:off x="309562" y="571500"/>
            <a:ext cx="5686425" cy="5695950"/>
          </a:xfrm>
          <a:prstGeom prst="rect">
            <a:avLst/>
          </a:prstGeom>
          <a:effectLst>
            <a:softEdge rad="12700"/>
          </a:effectLst>
        </p:spPr>
      </p:pic>
      <p:pic>
        <p:nvPicPr>
          <p:cNvPr id="11" name="Picture 10">
            <a:extLst>
              <a:ext uri="{FF2B5EF4-FFF2-40B4-BE49-F238E27FC236}">
                <a16:creationId xmlns:a16="http://schemas.microsoft.com/office/drawing/2014/main" id="{3EA15121-44ED-26E6-36B7-0F476F0B331A}"/>
              </a:ext>
            </a:extLst>
          </p:cNvPr>
          <p:cNvPicPr>
            <a:picLocks noChangeAspect="1"/>
          </p:cNvPicPr>
          <p:nvPr/>
        </p:nvPicPr>
        <p:blipFill>
          <a:blip r:embed="rId4"/>
          <a:srcRect l="2258" t="6897" r="5233" b="50530"/>
          <a:stretch>
            <a:fillRect/>
          </a:stretch>
        </p:blipFill>
        <p:spPr>
          <a:xfrm rot="10800000" flipH="1">
            <a:off x="2420772" y="2664636"/>
            <a:ext cx="3536193" cy="1528727"/>
          </a:xfrm>
          <a:prstGeom prst="rect">
            <a:avLst/>
          </a:prstGeom>
          <a:ln>
            <a:noFill/>
          </a:ln>
        </p:spPr>
      </p:pic>
      <p:pic>
        <p:nvPicPr>
          <p:cNvPr id="12" name="Picture 11">
            <a:extLst>
              <a:ext uri="{FF2B5EF4-FFF2-40B4-BE49-F238E27FC236}">
                <a16:creationId xmlns:a16="http://schemas.microsoft.com/office/drawing/2014/main" id="{C3DD3F35-EEF4-8190-87CF-F4C58389C19E}"/>
              </a:ext>
            </a:extLst>
          </p:cNvPr>
          <p:cNvPicPr>
            <a:picLocks noChangeAspect="1"/>
          </p:cNvPicPr>
          <p:nvPr/>
        </p:nvPicPr>
        <p:blipFill>
          <a:blip r:embed="rId4"/>
          <a:srcRect l="2258" t="6897"/>
          <a:stretch>
            <a:fillRect/>
          </a:stretch>
        </p:blipFill>
        <p:spPr>
          <a:xfrm flipH="1">
            <a:off x="2220747" y="571500"/>
            <a:ext cx="3736218" cy="3343205"/>
          </a:xfrm>
          <a:prstGeom prst="rect">
            <a:avLst/>
          </a:prstGeom>
          <a:ln>
            <a:noFill/>
          </a:ln>
        </p:spPr>
      </p:pic>
      <p:pic>
        <p:nvPicPr>
          <p:cNvPr id="13" name="Picture 12">
            <a:extLst>
              <a:ext uri="{FF2B5EF4-FFF2-40B4-BE49-F238E27FC236}">
                <a16:creationId xmlns:a16="http://schemas.microsoft.com/office/drawing/2014/main" id="{3659BE8B-2FEF-0BC6-1602-972A22393C3A}"/>
              </a:ext>
            </a:extLst>
          </p:cNvPr>
          <p:cNvPicPr>
            <a:picLocks noChangeAspect="1"/>
          </p:cNvPicPr>
          <p:nvPr/>
        </p:nvPicPr>
        <p:blipFill>
          <a:blip r:embed="rId4"/>
          <a:srcRect l="2258" t="28305" b="53392"/>
          <a:stretch>
            <a:fillRect/>
          </a:stretch>
        </p:blipFill>
        <p:spPr>
          <a:xfrm flipH="1">
            <a:off x="2220747" y="2038350"/>
            <a:ext cx="3736218" cy="1695450"/>
          </a:xfrm>
          <a:prstGeom prst="rect">
            <a:avLst/>
          </a:prstGeom>
          <a:ln>
            <a:noFill/>
          </a:ln>
        </p:spPr>
      </p:pic>
      <p:pic>
        <p:nvPicPr>
          <p:cNvPr id="14" name="Picture 13">
            <a:extLst>
              <a:ext uri="{FF2B5EF4-FFF2-40B4-BE49-F238E27FC236}">
                <a16:creationId xmlns:a16="http://schemas.microsoft.com/office/drawing/2014/main" id="{C44E7701-1F09-63A4-5ABA-B778DBCFCB1A}"/>
              </a:ext>
            </a:extLst>
          </p:cNvPr>
          <p:cNvPicPr>
            <a:picLocks noChangeAspect="1"/>
          </p:cNvPicPr>
          <p:nvPr/>
        </p:nvPicPr>
        <p:blipFill>
          <a:blip r:embed="rId4"/>
          <a:srcRect l="37997" t="48008" r="7931" b="13422"/>
          <a:stretch>
            <a:fillRect/>
          </a:stretch>
        </p:blipFill>
        <p:spPr>
          <a:xfrm rot="5242288" flipH="1">
            <a:off x="1573413" y="943147"/>
            <a:ext cx="2047877" cy="1384995"/>
          </a:xfrm>
          <a:prstGeom prst="rect">
            <a:avLst/>
          </a:prstGeom>
          <a:ln>
            <a:noFill/>
          </a:ln>
        </p:spPr>
      </p:pic>
      <p:sp>
        <p:nvSpPr>
          <p:cNvPr id="15" name="TextBox 14">
            <a:extLst>
              <a:ext uri="{FF2B5EF4-FFF2-40B4-BE49-F238E27FC236}">
                <a16:creationId xmlns:a16="http://schemas.microsoft.com/office/drawing/2014/main" id="{3140FA78-E37C-4FD0-F445-0613D0E161C5}"/>
              </a:ext>
            </a:extLst>
          </p:cNvPr>
          <p:cNvSpPr txBox="1"/>
          <p:nvPr/>
        </p:nvSpPr>
        <p:spPr>
          <a:xfrm>
            <a:off x="2961387" y="1020153"/>
            <a:ext cx="2476500" cy="2862322"/>
          </a:xfrm>
          <a:prstGeom prst="rect">
            <a:avLst/>
          </a:prstGeom>
          <a:noFill/>
          <a:ln>
            <a:noFill/>
          </a:ln>
        </p:spPr>
        <p:txBody>
          <a:bodyPr wrap="square" rtlCol="0">
            <a:spAutoFit/>
          </a:bodyPr>
          <a:lstStyle/>
          <a:p>
            <a:r>
              <a:rPr lang="en-US" dirty="0"/>
              <a:t>No sign of bandits? Drat, I was hoping to show them what I’m made of. Oh well…the search continues. </a:t>
            </a:r>
          </a:p>
          <a:p>
            <a:r>
              <a:rPr lang="en-US" b="1" dirty="0"/>
              <a:t>Let’s head south, passing through the orchard. I hope we don’t find anything rotten. </a:t>
            </a:r>
          </a:p>
        </p:txBody>
      </p:sp>
      <p:sp>
        <p:nvSpPr>
          <p:cNvPr id="16" name="TextBox 15">
            <a:extLst>
              <a:ext uri="{FF2B5EF4-FFF2-40B4-BE49-F238E27FC236}">
                <a16:creationId xmlns:a16="http://schemas.microsoft.com/office/drawing/2014/main" id="{14474430-1133-AA68-6E11-C406C37A9E18}"/>
              </a:ext>
            </a:extLst>
          </p:cNvPr>
          <p:cNvSpPr txBox="1"/>
          <p:nvPr/>
        </p:nvSpPr>
        <p:spPr>
          <a:xfrm>
            <a:off x="4703424" y="3323110"/>
            <a:ext cx="753974" cy="523220"/>
          </a:xfrm>
          <a:prstGeom prst="rect">
            <a:avLst/>
          </a:prstGeom>
          <a:noFill/>
          <a:ln>
            <a:noFill/>
          </a:ln>
        </p:spPr>
        <p:txBody>
          <a:bodyPr wrap="square" rtlCol="0">
            <a:spAutoFit/>
          </a:bodyPr>
          <a:lstStyle/>
          <a:p>
            <a:pPr algn="r"/>
            <a:r>
              <a:rPr lang="en-US" sz="2800" b="1" dirty="0">
                <a:latin typeface="Harrington" panose="04040505050A02020702" pitchFamily="82" charset="0"/>
              </a:rPr>
              <a:t>4</a:t>
            </a:r>
          </a:p>
        </p:txBody>
      </p:sp>
    </p:spTree>
    <p:extLst>
      <p:ext uri="{BB962C8B-B14F-4D97-AF65-F5344CB8AC3E}">
        <p14:creationId xmlns:p14="http://schemas.microsoft.com/office/powerpoint/2010/main" val="2737523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50E4C-B1D9-820A-3779-46639A566CFD}"/>
            </a:ext>
          </a:extLst>
        </p:cNvPr>
        <p:cNvGrpSpPr/>
        <p:nvPr/>
      </p:nvGrpSpPr>
      <p:grpSpPr>
        <a:xfrm>
          <a:off x="0" y="0"/>
          <a:ext cx="0" cy="0"/>
          <a:chOff x="0" y="0"/>
          <a:chExt cx="0" cy="0"/>
        </a:xfrm>
      </p:grpSpPr>
      <p:pic>
        <p:nvPicPr>
          <p:cNvPr id="5" name="Picture 4" descr="A person in a garment&#10;&#10;AI-generated content may be incorrect.">
            <a:extLst>
              <a:ext uri="{FF2B5EF4-FFF2-40B4-BE49-F238E27FC236}">
                <a16:creationId xmlns:a16="http://schemas.microsoft.com/office/drawing/2014/main" id="{2CA87896-5C91-5E7A-1774-F7F0CFC7E9FA}"/>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3" b="97659" l="9921" r="89683">
                        <a14:foregroundMark x1="52381" y1="2341" x2="42063" y2="10033"/>
                        <a14:foregroundMark x1="40683" y1="13815" x2="40476" y2="14381"/>
                        <a14:foregroundMark x1="42063" y1="10033" x2="40898" y2="13225"/>
                        <a14:foregroundMark x1="57937" y1="5518" x2="57540" y2="14716"/>
                        <a14:foregroundMark x1="57540" y1="14716" x2="58333" y2="15217"/>
                        <a14:foregroundMark x1="74206" y1="22241" x2="88492" y2="54181"/>
                        <a14:foregroundMark x1="88492" y1="54181" x2="88095" y2="55017"/>
                        <a14:foregroundMark x1="77057" y1="91806" x2="77381" y2="95652"/>
                        <a14:foregroundMark x1="77029" y1="91472" x2="77057" y2="91806"/>
                        <a14:foregroundMark x1="77001" y1="91137" x2="77029" y2="91472"/>
                        <a14:foregroundMark x1="75397" y1="72074" x2="77001" y2="91137"/>
                        <a14:foregroundMark x1="28571" y1="73077" x2="30952" y2="83612"/>
                        <a14:foregroundMark x1="30952" y1="83612" x2="22222" y2="93645"/>
                        <a14:foregroundMark x1="13492" y1="52843" x2="24206" y2="25251"/>
                        <a14:foregroundMark x1="17857" y1="26589" x2="19444" y2="21237"/>
                        <a14:foregroundMark x1="78571" y1="97659" x2="79762" y2="96154"/>
                        <a14:foregroundMark x1="88889" y1="39465" x2="83333" y2="34281"/>
                        <a14:foregroundMark x1="47222" y1="2843" x2="51984" y2="2676"/>
                        <a14:foregroundMark x1="59524" y1="7860" x2="59524" y2="9197"/>
                        <a14:foregroundMark x1="60317" y1="14214" x2="60317" y2="15050"/>
                        <a14:foregroundMark x1="80952" y1="27090" x2="80159" y2="24749"/>
                        <a14:foregroundMark x1="82143" y1="47659" x2="81746" y2="46656"/>
                        <a14:foregroundMark x1="78968" y1="92475" x2="78968" y2="92475"/>
                        <a14:foregroundMark x1="80159" y1="92809" x2="80159" y2="92809"/>
                        <a14:foregroundMark x1="80952" y1="93478" x2="80952" y2="93478"/>
                        <a14:foregroundMark x1="81746" y1="93144" x2="81746" y2="93144"/>
                        <a14:foregroundMark x1="83333" y1="96656" x2="83333" y2="96656"/>
                        <a14:foregroundMark x1="80556" y1="91304" x2="80556" y2="91304"/>
                        <a14:foregroundMark x1="78571" y1="89130" x2="78571" y2="89130"/>
                        <a14:foregroundMark x1="44841" y1="2007" x2="46825" y2="1338"/>
                        <a14:foregroundMark x1="49206" y1="1003" x2="51190" y2="1003"/>
                        <a14:foregroundMark x1="53175" y1="836" x2="53175" y2="836"/>
                        <a14:backgroundMark x1="45238" y1="1003" x2="45238" y2="502"/>
                        <a14:backgroundMark x1="49206" y1="59866" x2="46825" y2="91304"/>
                        <a14:backgroundMark x1="46825" y1="91304" x2="62302" y2="93813"/>
                        <a14:backgroundMark x1="79762" y1="83278" x2="81746" y2="76087"/>
                        <a14:backgroundMark x1="79365" y1="69064" x2="78571" y2="69732"/>
                        <a14:backgroundMark x1="78571" y1="52341" x2="73810" y2="46656"/>
                        <a14:backgroundMark x1="74603" y1="46321" x2="76190" y2="47324"/>
                        <a14:backgroundMark x1="78571" y1="47324" x2="75794" y2="46154"/>
                        <a14:backgroundMark x1="74603" y1="45652" x2="74603" y2="46321"/>
                        <a14:backgroundMark x1="11508" y1="31773" x2="7540" y2="36288"/>
                        <a14:backgroundMark x1="28571" y1="35619" x2="28571" y2="37124"/>
                        <a14:backgroundMark x1="28968" y1="38796" x2="29762" y2="39465"/>
                        <a14:backgroundMark x1="29365" y1="35953" x2="28175" y2="33946"/>
                        <a14:backgroundMark x1="11111" y1="57191" x2="14286" y2="56355"/>
                        <a14:backgroundMark x1="50000" y1="57023" x2="50794" y2="64047"/>
                        <a14:backgroundMark x1="50000" y1="56020" x2="50000" y2="58194"/>
                        <a14:backgroundMark x1="49603" y1="54849" x2="46825" y2="57023"/>
                        <a14:backgroundMark x1="54365" y1="68562" x2="59524" y2="71237"/>
                        <a14:backgroundMark x1="92063" y1="39465" x2="90873" y2="37793"/>
                        <a14:backgroundMark x1="54762" y1="65552" x2="54365" y2="63378"/>
                        <a14:backgroundMark x1="57143" y1="69732" x2="57143" y2="69732"/>
                        <a14:backgroundMark x1="40079" y1="12375" x2="38492" y2="11538"/>
                        <a14:backgroundMark x1="55556" y1="502" x2="55556" y2="502"/>
                        <a14:backgroundMark x1="46032" y1="334" x2="46032" y2="334"/>
                        <a14:backgroundMark x1="53968" y1="334" x2="53968" y2="334"/>
                        <a14:backgroundMark x1="81746" y1="91806" x2="81746" y2="91806"/>
                        <a14:backgroundMark x1="81746" y1="91472" x2="81746" y2="91472"/>
                        <a14:backgroundMark x1="80952" y1="91137" x2="80952" y2="91137"/>
                        <a14:backgroundMark x1="49206" y1="334" x2="49206" y2="334"/>
                      </a14:backgroundRemoval>
                    </a14:imgEffect>
                    <a14:imgEffect>
                      <a14:artisticCutout trans="50000" numberOfShades="6"/>
                    </a14:imgEffect>
                  </a14:imgLayer>
                </a14:imgProps>
              </a:ext>
              <a:ext uri="{28A0092B-C50C-407E-A947-70E740481C1C}">
                <a14:useLocalDpi xmlns:a14="http://schemas.microsoft.com/office/drawing/2010/main" val="0"/>
              </a:ext>
            </a:extLst>
          </a:blip>
          <a:srcRect l="-134175" r="-2730"/>
          <a:stretch>
            <a:fillRect/>
          </a:stretch>
        </p:blipFill>
        <p:spPr>
          <a:xfrm>
            <a:off x="6235033" y="581025"/>
            <a:ext cx="5686425" cy="5695950"/>
          </a:xfrm>
          <a:prstGeom prst="rect">
            <a:avLst/>
          </a:prstGeom>
          <a:effectLst>
            <a:softEdge rad="12700"/>
          </a:effectLst>
        </p:spPr>
      </p:pic>
      <p:pic>
        <p:nvPicPr>
          <p:cNvPr id="2" name="Picture 1">
            <a:extLst>
              <a:ext uri="{FF2B5EF4-FFF2-40B4-BE49-F238E27FC236}">
                <a16:creationId xmlns:a16="http://schemas.microsoft.com/office/drawing/2014/main" id="{EF9309E0-C22A-8FF8-96AE-EF1AA587DE59}"/>
              </a:ext>
            </a:extLst>
          </p:cNvPr>
          <p:cNvPicPr>
            <a:picLocks noChangeAspect="1"/>
          </p:cNvPicPr>
          <p:nvPr/>
        </p:nvPicPr>
        <p:blipFill>
          <a:blip r:embed="rId4"/>
          <a:srcRect l="2258" t="6897" r="5233" b="50530"/>
          <a:stretch>
            <a:fillRect/>
          </a:stretch>
        </p:blipFill>
        <p:spPr>
          <a:xfrm rot="10800000">
            <a:off x="6319088" y="3751242"/>
            <a:ext cx="3536193" cy="1528727"/>
          </a:xfrm>
          <a:prstGeom prst="rect">
            <a:avLst/>
          </a:prstGeom>
          <a:ln>
            <a:noFill/>
          </a:ln>
        </p:spPr>
      </p:pic>
      <p:pic>
        <p:nvPicPr>
          <p:cNvPr id="4" name="Picture 3">
            <a:extLst>
              <a:ext uri="{FF2B5EF4-FFF2-40B4-BE49-F238E27FC236}">
                <a16:creationId xmlns:a16="http://schemas.microsoft.com/office/drawing/2014/main" id="{1D0889D5-FA65-DC54-9D65-EC47972AAC55}"/>
              </a:ext>
            </a:extLst>
          </p:cNvPr>
          <p:cNvPicPr>
            <a:picLocks noChangeAspect="1"/>
          </p:cNvPicPr>
          <p:nvPr/>
        </p:nvPicPr>
        <p:blipFill>
          <a:blip r:embed="rId4"/>
          <a:srcRect l="2258" t="6897"/>
          <a:stretch>
            <a:fillRect/>
          </a:stretch>
        </p:blipFill>
        <p:spPr>
          <a:xfrm>
            <a:off x="6322694" y="590550"/>
            <a:ext cx="3736218" cy="3343205"/>
          </a:xfrm>
          <a:prstGeom prst="rect">
            <a:avLst/>
          </a:prstGeom>
          <a:ln>
            <a:noFill/>
          </a:ln>
        </p:spPr>
      </p:pic>
      <p:pic>
        <p:nvPicPr>
          <p:cNvPr id="6" name="Picture 5">
            <a:extLst>
              <a:ext uri="{FF2B5EF4-FFF2-40B4-BE49-F238E27FC236}">
                <a16:creationId xmlns:a16="http://schemas.microsoft.com/office/drawing/2014/main" id="{4CC43D5A-7D18-7BB4-99F4-537623D02435}"/>
              </a:ext>
            </a:extLst>
          </p:cNvPr>
          <p:cNvPicPr>
            <a:picLocks noChangeAspect="1"/>
          </p:cNvPicPr>
          <p:nvPr/>
        </p:nvPicPr>
        <p:blipFill>
          <a:blip r:embed="rId4"/>
          <a:srcRect l="2258" t="28305" b="53392"/>
          <a:stretch>
            <a:fillRect/>
          </a:stretch>
        </p:blipFill>
        <p:spPr>
          <a:xfrm>
            <a:off x="6322694" y="2057400"/>
            <a:ext cx="3736218" cy="1695450"/>
          </a:xfrm>
          <a:prstGeom prst="rect">
            <a:avLst/>
          </a:prstGeom>
          <a:ln>
            <a:noFill/>
          </a:ln>
        </p:spPr>
      </p:pic>
      <p:pic>
        <p:nvPicPr>
          <p:cNvPr id="7" name="Picture 6">
            <a:extLst>
              <a:ext uri="{FF2B5EF4-FFF2-40B4-BE49-F238E27FC236}">
                <a16:creationId xmlns:a16="http://schemas.microsoft.com/office/drawing/2014/main" id="{75BB754C-D3E4-1927-6C20-BC7A2C90CF8C}"/>
              </a:ext>
            </a:extLst>
          </p:cNvPr>
          <p:cNvPicPr>
            <a:picLocks noChangeAspect="1"/>
          </p:cNvPicPr>
          <p:nvPr/>
        </p:nvPicPr>
        <p:blipFill>
          <a:blip r:embed="rId4"/>
          <a:srcRect l="37997" t="48008" r="7931" b="13422"/>
          <a:stretch>
            <a:fillRect/>
          </a:stretch>
        </p:blipFill>
        <p:spPr>
          <a:xfrm rot="16357712">
            <a:off x="8658369" y="962197"/>
            <a:ext cx="2047877" cy="1384995"/>
          </a:xfrm>
          <a:prstGeom prst="rect">
            <a:avLst/>
          </a:prstGeom>
          <a:ln>
            <a:noFill/>
          </a:ln>
        </p:spPr>
      </p:pic>
      <p:sp>
        <p:nvSpPr>
          <p:cNvPr id="8" name="TextBox 7">
            <a:extLst>
              <a:ext uri="{FF2B5EF4-FFF2-40B4-BE49-F238E27FC236}">
                <a16:creationId xmlns:a16="http://schemas.microsoft.com/office/drawing/2014/main" id="{0404FB1E-803B-1C9B-11B6-67FA00845B83}"/>
              </a:ext>
            </a:extLst>
          </p:cNvPr>
          <p:cNvSpPr txBox="1"/>
          <p:nvPr/>
        </p:nvSpPr>
        <p:spPr>
          <a:xfrm>
            <a:off x="6788349" y="1010679"/>
            <a:ext cx="2702386" cy="3693319"/>
          </a:xfrm>
          <a:prstGeom prst="rect">
            <a:avLst/>
          </a:prstGeom>
          <a:noFill/>
          <a:ln>
            <a:noFill/>
          </a:ln>
        </p:spPr>
        <p:txBody>
          <a:bodyPr wrap="square" rtlCol="0">
            <a:spAutoFit/>
          </a:bodyPr>
          <a:lstStyle/>
          <a:p>
            <a:r>
              <a:rPr lang="en-US" dirty="0"/>
              <a:t>What a poor excuse for a door… just a </a:t>
            </a:r>
            <a:r>
              <a:rPr lang="en-US" i="1" dirty="0"/>
              <a:t>hole</a:t>
            </a:r>
            <a:r>
              <a:rPr lang="en-US" dirty="0"/>
              <a:t>...in a </a:t>
            </a:r>
            <a:r>
              <a:rPr lang="en-US" i="1" dirty="0"/>
              <a:t>WALL</a:t>
            </a:r>
            <a:r>
              <a:rPr lang="en-US" dirty="0"/>
              <a:t>.   It is however, right near the pump station. Makes sense why it keeps having issues. This slew of depravity as soiled my spirit and clothes. I’m going check on my father's shipment and you need to inform </a:t>
            </a:r>
            <a:r>
              <a:rPr lang="en-US" b="1" dirty="0">
                <a:solidFill>
                  <a:schemeClr val="accent1"/>
                </a:solidFill>
              </a:rPr>
              <a:t>Logan</a:t>
            </a:r>
            <a:r>
              <a:rPr lang="en-US" dirty="0"/>
              <a:t>. </a:t>
            </a:r>
            <a:r>
              <a:rPr lang="en-US" b="1" dirty="0"/>
              <a:t>He’s at the garrison to the east. </a:t>
            </a:r>
          </a:p>
        </p:txBody>
      </p:sp>
      <p:sp>
        <p:nvSpPr>
          <p:cNvPr id="9" name="TextBox 8">
            <a:extLst>
              <a:ext uri="{FF2B5EF4-FFF2-40B4-BE49-F238E27FC236}">
                <a16:creationId xmlns:a16="http://schemas.microsoft.com/office/drawing/2014/main" id="{004990F8-AA1D-058F-6475-8522D2B9DBF6}"/>
              </a:ext>
            </a:extLst>
          </p:cNvPr>
          <p:cNvSpPr txBox="1"/>
          <p:nvPr/>
        </p:nvSpPr>
        <p:spPr>
          <a:xfrm>
            <a:off x="8643863" y="4269236"/>
            <a:ext cx="753974" cy="523220"/>
          </a:xfrm>
          <a:prstGeom prst="rect">
            <a:avLst/>
          </a:prstGeom>
          <a:noFill/>
          <a:ln>
            <a:noFill/>
          </a:ln>
        </p:spPr>
        <p:txBody>
          <a:bodyPr wrap="square" rtlCol="0">
            <a:spAutoFit/>
          </a:bodyPr>
          <a:lstStyle/>
          <a:p>
            <a:pPr algn="r"/>
            <a:r>
              <a:rPr lang="en-US" sz="2800" b="1" dirty="0">
                <a:latin typeface="Harrington" panose="04040505050A02020702" pitchFamily="82" charset="0"/>
              </a:rPr>
              <a:t>7</a:t>
            </a:r>
          </a:p>
        </p:txBody>
      </p:sp>
      <p:pic>
        <p:nvPicPr>
          <p:cNvPr id="10" name="Picture 9" descr="A person in a garment&#10;&#10;AI-generated content may be incorrect.">
            <a:extLst>
              <a:ext uri="{FF2B5EF4-FFF2-40B4-BE49-F238E27FC236}">
                <a16:creationId xmlns:a16="http://schemas.microsoft.com/office/drawing/2014/main" id="{DDF87047-7299-B59F-8D7F-F42CBB0F0D65}"/>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3" b="97659" l="9921" r="89683">
                        <a14:foregroundMark x1="52381" y1="2341" x2="42063" y2="10033"/>
                        <a14:foregroundMark x1="40683" y1="13815" x2="40476" y2="14381"/>
                        <a14:foregroundMark x1="42063" y1="10033" x2="40898" y2="13225"/>
                        <a14:foregroundMark x1="57937" y1="5518" x2="57540" y2="14716"/>
                        <a14:foregroundMark x1="57540" y1="14716" x2="58333" y2="15217"/>
                        <a14:foregroundMark x1="74206" y1="22241" x2="88492" y2="54181"/>
                        <a14:foregroundMark x1="88492" y1="54181" x2="88095" y2="55017"/>
                        <a14:foregroundMark x1="77057" y1="91806" x2="77381" y2="95652"/>
                        <a14:foregroundMark x1="77029" y1="91472" x2="77057" y2="91806"/>
                        <a14:foregroundMark x1="77001" y1="91137" x2="77029" y2="91472"/>
                        <a14:foregroundMark x1="75397" y1="72074" x2="77001" y2="91137"/>
                        <a14:foregroundMark x1="28571" y1="73077" x2="30952" y2="83612"/>
                        <a14:foregroundMark x1="30952" y1="83612" x2="22222" y2="93645"/>
                        <a14:foregroundMark x1="13492" y1="52843" x2="24206" y2="25251"/>
                        <a14:foregroundMark x1="17857" y1="26589" x2="19444" y2="21237"/>
                        <a14:foregroundMark x1="78571" y1="97659" x2="79762" y2="96154"/>
                        <a14:foregroundMark x1="88889" y1="39465" x2="83333" y2="34281"/>
                        <a14:foregroundMark x1="47222" y1="2843" x2="51984" y2="2676"/>
                        <a14:foregroundMark x1="59524" y1="7860" x2="59524" y2="9197"/>
                        <a14:foregroundMark x1="60317" y1="14214" x2="60317" y2="15050"/>
                        <a14:foregroundMark x1="80952" y1="27090" x2="80159" y2="24749"/>
                        <a14:foregroundMark x1="82143" y1="47659" x2="81746" y2="46656"/>
                        <a14:foregroundMark x1="78968" y1="92475" x2="78968" y2="92475"/>
                        <a14:foregroundMark x1="80159" y1="92809" x2="80159" y2="92809"/>
                        <a14:foregroundMark x1="80952" y1="93478" x2="80952" y2="93478"/>
                        <a14:foregroundMark x1="81746" y1="93144" x2="81746" y2="93144"/>
                        <a14:foregroundMark x1="83333" y1="96656" x2="83333" y2="96656"/>
                        <a14:foregroundMark x1="80556" y1="91304" x2="80556" y2="91304"/>
                        <a14:foregroundMark x1="78571" y1="89130" x2="78571" y2="89130"/>
                        <a14:foregroundMark x1="44841" y1="2007" x2="46825" y2="1338"/>
                        <a14:foregroundMark x1="49206" y1="1003" x2="51190" y2="1003"/>
                        <a14:foregroundMark x1="53175" y1="836" x2="53175" y2="836"/>
                        <a14:backgroundMark x1="45238" y1="1003" x2="45238" y2="502"/>
                        <a14:backgroundMark x1="49206" y1="59866" x2="46825" y2="91304"/>
                        <a14:backgroundMark x1="46825" y1="91304" x2="62302" y2="93813"/>
                        <a14:backgroundMark x1="79762" y1="83278" x2="81746" y2="76087"/>
                        <a14:backgroundMark x1="79365" y1="69064" x2="78571" y2="69732"/>
                        <a14:backgroundMark x1="78571" y1="52341" x2="73810" y2="46656"/>
                        <a14:backgroundMark x1="74603" y1="46321" x2="76190" y2="47324"/>
                        <a14:backgroundMark x1="78571" y1="47324" x2="75794" y2="46154"/>
                        <a14:backgroundMark x1="74603" y1="45652" x2="74603" y2="46321"/>
                        <a14:backgroundMark x1="11508" y1="31773" x2="7540" y2="36288"/>
                        <a14:backgroundMark x1="28571" y1="35619" x2="28571" y2="37124"/>
                        <a14:backgroundMark x1="28968" y1="38796" x2="29762" y2="39465"/>
                        <a14:backgroundMark x1="29365" y1="35953" x2="28175" y2="33946"/>
                        <a14:backgroundMark x1="11111" y1="57191" x2="14286" y2="56355"/>
                        <a14:backgroundMark x1="50000" y1="57023" x2="50794" y2="64047"/>
                        <a14:backgroundMark x1="50000" y1="56020" x2="50000" y2="58194"/>
                        <a14:backgroundMark x1="49603" y1="54849" x2="46825" y2="57023"/>
                        <a14:backgroundMark x1="54365" y1="68562" x2="59524" y2="71237"/>
                        <a14:backgroundMark x1="92063" y1="39465" x2="90873" y2="37793"/>
                        <a14:backgroundMark x1="54762" y1="65552" x2="54365" y2="63378"/>
                        <a14:backgroundMark x1="57143" y1="69732" x2="57143" y2="69732"/>
                        <a14:backgroundMark x1="40079" y1="12375" x2="38492" y2="11538"/>
                        <a14:backgroundMark x1="55556" y1="502" x2="55556" y2="502"/>
                        <a14:backgroundMark x1="46032" y1="334" x2="46032" y2="334"/>
                        <a14:backgroundMark x1="53968" y1="334" x2="53968" y2="334"/>
                        <a14:backgroundMark x1="81746" y1="91806" x2="81746" y2="91806"/>
                        <a14:backgroundMark x1="81746" y1="91472" x2="81746" y2="91472"/>
                        <a14:backgroundMark x1="80952" y1="91137" x2="80952" y2="91137"/>
                        <a14:backgroundMark x1="49206" y1="334" x2="49206" y2="334"/>
                      </a14:backgroundRemoval>
                    </a14:imgEffect>
                    <a14:imgEffect>
                      <a14:artisticCutout trans="50000" numberOfShades="6"/>
                    </a14:imgEffect>
                  </a14:imgLayer>
                </a14:imgProps>
              </a:ext>
              <a:ext uri="{28A0092B-C50C-407E-A947-70E740481C1C}">
                <a14:useLocalDpi xmlns:a14="http://schemas.microsoft.com/office/drawing/2010/main" val="0"/>
              </a:ext>
            </a:extLst>
          </a:blip>
          <a:srcRect l="416" t="-167" r="-137321" b="167"/>
          <a:stretch>
            <a:fillRect/>
          </a:stretch>
        </p:blipFill>
        <p:spPr>
          <a:xfrm>
            <a:off x="309562" y="571500"/>
            <a:ext cx="5686425" cy="5695950"/>
          </a:xfrm>
          <a:prstGeom prst="rect">
            <a:avLst/>
          </a:prstGeom>
          <a:effectLst>
            <a:softEdge rad="12700"/>
          </a:effectLst>
        </p:spPr>
      </p:pic>
      <p:pic>
        <p:nvPicPr>
          <p:cNvPr id="11" name="Picture 10">
            <a:extLst>
              <a:ext uri="{FF2B5EF4-FFF2-40B4-BE49-F238E27FC236}">
                <a16:creationId xmlns:a16="http://schemas.microsoft.com/office/drawing/2014/main" id="{725933CA-D6C4-55DE-6F9B-C2DD2695CFA5}"/>
              </a:ext>
            </a:extLst>
          </p:cNvPr>
          <p:cNvPicPr>
            <a:picLocks noChangeAspect="1"/>
          </p:cNvPicPr>
          <p:nvPr/>
        </p:nvPicPr>
        <p:blipFill>
          <a:blip r:embed="rId4"/>
          <a:srcRect l="2258" t="6897" r="5233" b="50530"/>
          <a:stretch>
            <a:fillRect/>
          </a:stretch>
        </p:blipFill>
        <p:spPr>
          <a:xfrm rot="10800000" flipH="1">
            <a:off x="2417640" y="2944097"/>
            <a:ext cx="3536193" cy="1528727"/>
          </a:xfrm>
          <a:prstGeom prst="rect">
            <a:avLst/>
          </a:prstGeom>
          <a:ln>
            <a:noFill/>
          </a:ln>
        </p:spPr>
      </p:pic>
      <p:pic>
        <p:nvPicPr>
          <p:cNvPr id="12" name="Picture 11">
            <a:extLst>
              <a:ext uri="{FF2B5EF4-FFF2-40B4-BE49-F238E27FC236}">
                <a16:creationId xmlns:a16="http://schemas.microsoft.com/office/drawing/2014/main" id="{08356B68-452C-FB55-1592-EE4BFD3074B7}"/>
              </a:ext>
            </a:extLst>
          </p:cNvPr>
          <p:cNvPicPr>
            <a:picLocks noChangeAspect="1"/>
          </p:cNvPicPr>
          <p:nvPr/>
        </p:nvPicPr>
        <p:blipFill>
          <a:blip r:embed="rId4"/>
          <a:srcRect l="2258" t="6897"/>
          <a:stretch>
            <a:fillRect/>
          </a:stretch>
        </p:blipFill>
        <p:spPr>
          <a:xfrm flipH="1">
            <a:off x="2220747" y="571500"/>
            <a:ext cx="3736218" cy="3343205"/>
          </a:xfrm>
          <a:prstGeom prst="rect">
            <a:avLst/>
          </a:prstGeom>
          <a:ln>
            <a:noFill/>
          </a:ln>
        </p:spPr>
      </p:pic>
      <p:pic>
        <p:nvPicPr>
          <p:cNvPr id="13" name="Picture 12">
            <a:extLst>
              <a:ext uri="{FF2B5EF4-FFF2-40B4-BE49-F238E27FC236}">
                <a16:creationId xmlns:a16="http://schemas.microsoft.com/office/drawing/2014/main" id="{3091ADC0-4320-F93E-8FC7-B602876F21F4}"/>
              </a:ext>
            </a:extLst>
          </p:cNvPr>
          <p:cNvPicPr>
            <a:picLocks noChangeAspect="1"/>
          </p:cNvPicPr>
          <p:nvPr/>
        </p:nvPicPr>
        <p:blipFill>
          <a:blip r:embed="rId4"/>
          <a:srcRect l="2258" t="28305" b="53392"/>
          <a:stretch>
            <a:fillRect/>
          </a:stretch>
        </p:blipFill>
        <p:spPr>
          <a:xfrm flipH="1">
            <a:off x="2220747" y="2038350"/>
            <a:ext cx="3736218" cy="1695450"/>
          </a:xfrm>
          <a:prstGeom prst="rect">
            <a:avLst/>
          </a:prstGeom>
          <a:ln>
            <a:noFill/>
          </a:ln>
        </p:spPr>
      </p:pic>
      <p:pic>
        <p:nvPicPr>
          <p:cNvPr id="14" name="Picture 13">
            <a:extLst>
              <a:ext uri="{FF2B5EF4-FFF2-40B4-BE49-F238E27FC236}">
                <a16:creationId xmlns:a16="http://schemas.microsoft.com/office/drawing/2014/main" id="{A53ECF8C-29B0-F9AA-BD78-E60DB1DA4478}"/>
              </a:ext>
            </a:extLst>
          </p:cNvPr>
          <p:cNvPicPr>
            <a:picLocks noChangeAspect="1"/>
          </p:cNvPicPr>
          <p:nvPr/>
        </p:nvPicPr>
        <p:blipFill>
          <a:blip r:embed="rId4"/>
          <a:srcRect l="37997" t="48008" r="7931" b="13422"/>
          <a:stretch>
            <a:fillRect/>
          </a:stretch>
        </p:blipFill>
        <p:spPr>
          <a:xfrm rot="5242288" flipH="1">
            <a:off x="1573413" y="943147"/>
            <a:ext cx="2047877" cy="1384995"/>
          </a:xfrm>
          <a:prstGeom prst="rect">
            <a:avLst/>
          </a:prstGeom>
          <a:ln>
            <a:noFill/>
          </a:ln>
        </p:spPr>
      </p:pic>
      <p:sp>
        <p:nvSpPr>
          <p:cNvPr id="15" name="TextBox 14">
            <a:extLst>
              <a:ext uri="{FF2B5EF4-FFF2-40B4-BE49-F238E27FC236}">
                <a16:creationId xmlns:a16="http://schemas.microsoft.com/office/drawing/2014/main" id="{28D2F088-C0A4-D6D8-69FE-23ECA34BF6A8}"/>
              </a:ext>
            </a:extLst>
          </p:cNvPr>
          <p:cNvSpPr txBox="1"/>
          <p:nvPr/>
        </p:nvSpPr>
        <p:spPr>
          <a:xfrm>
            <a:off x="2961387" y="1020153"/>
            <a:ext cx="2476500" cy="2862322"/>
          </a:xfrm>
          <a:prstGeom prst="rect">
            <a:avLst/>
          </a:prstGeom>
          <a:noFill/>
          <a:ln>
            <a:noFill/>
          </a:ln>
        </p:spPr>
        <p:txBody>
          <a:bodyPr wrap="square" rtlCol="0">
            <a:spAutoFit/>
          </a:bodyPr>
          <a:lstStyle/>
          <a:p>
            <a:r>
              <a:rPr lang="en-US" dirty="0"/>
              <a:t>This is </a:t>
            </a:r>
            <a:r>
              <a:rPr lang="en-US" i="1" dirty="0"/>
              <a:t>terrible</a:t>
            </a:r>
            <a:r>
              <a:rPr lang="en-US" dirty="0"/>
              <a:t>! These bandits are </a:t>
            </a:r>
            <a:r>
              <a:rPr lang="en-US" u="sng" dirty="0"/>
              <a:t>slave traders</a:t>
            </a:r>
            <a:r>
              <a:rPr lang="en-US" dirty="0"/>
              <a:t>! The populace of Divinity’s Reach is under threat and *</a:t>
            </a:r>
            <a:r>
              <a:rPr lang="en-US" i="1" dirty="0"/>
              <a:t>we</a:t>
            </a:r>
            <a:r>
              <a:rPr lang="en-US" dirty="0"/>
              <a:t>* must bring this devious act to light. </a:t>
            </a:r>
            <a:r>
              <a:rPr lang="en-US" b="1" dirty="0"/>
              <a:t>Shall we follow that tunnel out and see were these villains reside?  </a:t>
            </a:r>
          </a:p>
        </p:txBody>
      </p:sp>
      <p:sp>
        <p:nvSpPr>
          <p:cNvPr id="16" name="TextBox 15">
            <a:extLst>
              <a:ext uri="{FF2B5EF4-FFF2-40B4-BE49-F238E27FC236}">
                <a16:creationId xmlns:a16="http://schemas.microsoft.com/office/drawing/2014/main" id="{32DA6A27-FA0E-F03E-5E3D-426E3B60218E}"/>
              </a:ext>
            </a:extLst>
          </p:cNvPr>
          <p:cNvSpPr txBox="1"/>
          <p:nvPr/>
        </p:nvSpPr>
        <p:spPr>
          <a:xfrm>
            <a:off x="4603348" y="3554064"/>
            <a:ext cx="753974" cy="523220"/>
          </a:xfrm>
          <a:prstGeom prst="rect">
            <a:avLst/>
          </a:prstGeom>
          <a:noFill/>
          <a:ln>
            <a:noFill/>
          </a:ln>
        </p:spPr>
        <p:txBody>
          <a:bodyPr wrap="square" rtlCol="0">
            <a:spAutoFit/>
          </a:bodyPr>
          <a:lstStyle/>
          <a:p>
            <a:pPr algn="r"/>
            <a:r>
              <a:rPr lang="en-US" sz="2800" b="1" dirty="0">
                <a:latin typeface="Harrington" panose="04040505050A02020702" pitchFamily="82" charset="0"/>
              </a:rPr>
              <a:t>6</a:t>
            </a:r>
          </a:p>
        </p:txBody>
      </p:sp>
    </p:spTree>
    <p:extLst>
      <p:ext uri="{BB962C8B-B14F-4D97-AF65-F5344CB8AC3E}">
        <p14:creationId xmlns:p14="http://schemas.microsoft.com/office/powerpoint/2010/main" val="5703641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A4E26-99F9-8F01-1545-D303831CD141}"/>
            </a:ext>
          </a:extLst>
        </p:cNvPr>
        <p:cNvGrpSpPr/>
        <p:nvPr/>
      </p:nvGrpSpPr>
      <p:grpSpPr>
        <a:xfrm>
          <a:off x="0" y="0"/>
          <a:ext cx="0" cy="0"/>
          <a:chOff x="0" y="0"/>
          <a:chExt cx="0" cy="0"/>
        </a:xfrm>
      </p:grpSpPr>
      <p:pic>
        <p:nvPicPr>
          <p:cNvPr id="2" name="Picture 1" descr="A video game character wearing armor&#10;&#10;AI-generated content may be incorrect.">
            <a:extLst>
              <a:ext uri="{FF2B5EF4-FFF2-40B4-BE49-F238E27FC236}">
                <a16:creationId xmlns:a16="http://schemas.microsoft.com/office/drawing/2014/main" id="{A3205E70-E189-B461-27B7-44AC2C2096CA}"/>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3319" b="97345" l="9735" r="89971">
                        <a14:foregroundMark x1="50590" y1="3466" x2="42773" y2="10251"/>
                        <a14:foregroundMark x1="42773" y1="10251" x2="42478" y2="13717"/>
                        <a14:foregroundMark x1="24484" y1="95870" x2="34218" y2="90708"/>
                        <a14:foregroundMark x1="34218" y1="90708" x2="34218" y2="90265"/>
                        <a14:foregroundMark x1="75811" y1="97345" x2="69469" y2="89307"/>
                        <a14:foregroundMark x1="18879" y1="97345" x2="18879" y2="97345"/>
                        <a14:foregroundMark x1="20206" y1="96829" x2="22714" y2="96091"/>
                        <a14:foregroundMark x1="44690" y1="71681" x2="44690" y2="69838"/>
                        <a14:foregroundMark x1="77286" y1="64307" x2="76106" y2="65708"/>
                        <a14:foregroundMark x1="25074" y1="65855" x2="24189" y2="67920"/>
                        <a14:foregroundMark x1="24189" y1="65265" x2="23894" y2="64454"/>
                        <a14:backgroundMark x1="48083" y1="73599" x2="48820" y2="92920"/>
                        <a14:backgroundMark x1="43068" y1="71239" x2="43068" y2="71239"/>
                        <a14:backgroundMark x1="53097" y1="70428" x2="53097" y2="70428"/>
                        <a14:backgroundMark x1="76696" y1="60029" x2="76106" y2="61357"/>
                        <a14:backgroundMark x1="27434" y1="65413" x2="26401" y2="62537"/>
                        <a14:backgroundMark x1="67847" y1="34735" x2="68289" y2="35546"/>
                        <a14:backgroundMark x1="68289" y1="38348" x2="72566" y2="42330"/>
                        <a14:backgroundMark x1="75074" y1="44985" x2="73894" y2="43732"/>
                        <a14:backgroundMark x1="69764" y1="34440" x2="67994" y2="33333"/>
                        <a14:backgroundMark x1="31121" y1="33923" x2="30236" y2="35029"/>
                        <a14:backgroundMark x1="31711" y1="37537" x2="29941" y2="39971"/>
                        <a14:backgroundMark x1="31416" y1="37094" x2="31416" y2="36504"/>
                        <a14:backgroundMark x1="29941" y1="34587" x2="30531" y2="33333"/>
                        <a14:backgroundMark x1="73304" y1="65265" x2="72566" y2="61136"/>
                      </a14:backgroundRemoval>
                    </a14:imgEffect>
                    <a14:imgEffect>
                      <a14:artisticCutout trans="50000" numberOfShades="6"/>
                    </a14:imgEffect>
                  </a14:imgLayer>
                </a14:imgProps>
              </a:ext>
              <a:ext uri="{28A0092B-C50C-407E-A947-70E740481C1C}">
                <a14:useLocalDpi xmlns:a14="http://schemas.microsoft.com/office/drawing/2010/main" val="0"/>
              </a:ext>
            </a:extLst>
          </a:blip>
          <a:srcRect l="-98945" r="-1508"/>
          <a:stretch>
            <a:fillRect/>
          </a:stretch>
        </p:blipFill>
        <p:spPr>
          <a:xfrm>
            <a:off x="5956968" y="581025"/>
            <a:ext cx="5956968" cy="5943600"/>
          </a:xfrm>
          <a:prstGeom prst="rect">
            <a:avLst/>
          </a:prstGeom>
          <a:ln>
            <a:noFill/>
          </a:ln>
          <a:effectLst>
            <a:softEdge rad="12700"/>
          </a:effectLst>
        </p:spPr>
      </p:pic>
      <p:pic>
        <p:nvPicPr>
          <p:cNvPr id="14" name="Picture 13">
            <a:extLst>
              <a:ext uri="{FF2B5EF4-FFF2-40B4-BE49-F238E27FC236}">
                <a16:creationId xmlns:a16="http://schemas.microsoft.com/office/drawing/2014/main" id="{6386A469-BD56-67BD-BF03-C68AE6AE885B}"/>
              </a:ext>
            </a:extLst>
          </p:cNvPr>
          <p:cNvPicPr>
            <a:picLocks noChangeAspect="1"/>
          </p:cNvPicPr>
          <p:nvPr/>
        </p:nvPicPr>
        <p:blipFill>
          <a:blip r:embed="rId4"/>
          <a:srcRect l="2258" t="6897" r="5233" b="50530"/>
          <a:stretch>
            <a:fillRect/>
          </a:stretch>
        </p:blipFill>
        <p:spPr>
          <a:xfrm rot="10800000">
            <a:off x="5956967" y="3609973"/>
            <a:ext cx="3536193" cy="1528727"/>
          </a:xfrm>
          <a:prstGeom prst="rect">
            <a:avLst/>
          </a:prstGeom>
          <a:ln>
            <a:noFill/>
          </a:ln>
        </p:spPr>
      </p:pic>
      <p:pic>
        <p:nvPicPr>
          <p:cNvPr id="7" name="Picture 6" descr="A video game character wearing armor&#10;&#10;AI-generated content may be incorrect.">
            <a:extLst>
              <a:ext uri="{FF2B5EF4-FFF2-40B4-BE49-F238E27FC236}">
                <a16:creationId xmlns:a16="http://schemas.microsoft.com/office/drawing/2014/main" id="{C9B32AFB-DFBE-B870-C4AF-A9DC2FF8EC03}"/>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3319" b="97345" l="9735" r="89971">
                        <a14:foregroundMark x1="50590" y1="3466" x2="42773" y2="10251"/>
                        <a14:foregroundMark x1="42773" y1="10251" x2="42478" y2="13717"/>
                        <a14:foregroundMark x1="24484" y1="95870" x2="34218" y2="90708"/>
                        <a14:foregroundMark x1="34218" y1="90708" x2="34218" y2="90265"/>
                        <a14:foregroundMark x1="75811" y1="97345" x2="69469" y2="89307"/>
                        <a14:foregroundMark x1="18879" y1="97345" x2="18879" y2="97345"/>
                        <a14:foregroundMark x1="20206" y1="96829" x2="22714" y2="96091"/>
                        <a14:foregroundMark x1="44690" y1="71681" x2="44690" y2="69838"/>
                        <a14:foregroundMark x1="77286" y1="64307" x2="76106" y2="65708"/>
                        <a14:foregroundMark x1="25074" y1="65855" x2="24189" y2="67920"/>
                        <a14:foregroundMark x1="24189" y1="65265" x2="23894" y2="64454"/>
                        <a14:backgroundMark x1="48083" y1="73599" x2="48820" y2="92920"/>
                        <a14:backgroundMark x1="43068" y1="71239" x2="43068" y2="71239"/>
                        <a14:backgroundMark x1="53097" y1="70428" x2="53097" y2="70428"/>
                        <a14:backgroundMark x1="76696" y1="60029" x2="76106" y2="61357"/>
                        <a14:backgroundMark x1="27434" y1="65413" x2="26401" y2="62537"/>
                        <a14:backgroundMark x1="67847" y1="34735" x2="68289" y2="35546"/>
                        <a14:backgroundMark x1="68289" y1="38348" x2="72566" y2="42330"/>
                        <a14:backgroundMark x1="75074" y1="44985" x2="73894" y2="43732"/>
                        <a14:backgroundMark x1="69764" y1="34440" x2="67994" y2="33333"/>
                        <a14:backgroundMark x1="31121" y1="33923" x2="30236" y2="35029"/>
                        <a14:backgroundMark x1="31711" y1="37537" x2="29941" y2="39971"/>
                        <a14:backgroundMark x1="31416" y1="37094" x2="31416" y2="36504"/>
                        <a14:backgroundMark x1="29941" y1="34587" x2="30531" y2="33333"/>
                        <a14:backgroundMark x1="73304" y1="65265" x2="72566" y2="61136"/>
                      </a14:backgroundRemoval>
                    </a14:imgEffect>
                    <a14:imgEffect>
                      <a14:artisticCutout trans="50000" numberOfShades="6"/>
                    </a14:imgEffect>
                  </a14:imgLayer>
                </a14:imgProps>
              </a:ext>
              <a:ext uri="{28A0092B-C50C-407E-A947-70E740481C1C}">
                <a14:useLocalDpi xmlns:a14="http://schemas.microsoft.com/office/drawing/2010/main" val="0"/>
              </a:ext>
            </a:extLst>
          </a:blip>
          <a:srcRect l="-5995" t="-160" r="-94458" b="160"/>
          <a:stretch>
            <a:fillRect/>
          </a:stretch>
        </p:blipFill>
        <p:spPr>
          <a:xfrm>
            <a:off x="0" y="581025"/>
            <a:ext cx="5956968" cy="5943600"/>
          </a:xfrm>
          <a:prstGeom prst="rect">
            <a:avLst/>
          </a:prstGeom>
          <a:effectLst>
            <a:softEdge rad="12700"/>
          </a:effectLst>
        </p:spPr>
      </p:pic>
      <p:pic>
        <p:nvPicPr>
          <p:cNvPr id="6" name="Picture 5">
            <a:extLst>
              <a:ext uri="{FF2B5EF4-FFF2-40B4-BE49-F238E27FC236}">
                <a16:creationId xmlns:a16="http://schemas.microsoft.com/office/drawing/2014/main" id="{EE057EE4-DAE6-E2D0-172D-492BB42763C4}"/>
              </a:ext>
            </a:extLst>
          </p:cNvPr>
          <p:cNvPicPr>
            <a:picLocks noChangeAspect="1"/>
          </p:cNvPicPr>
          <p:nvPr/>
        </p:nvPicPr>
        <p:blipFill>
          <a:blip r:embed="rId4"/>
          <a:srcRect l="2258" t="6897"/>
          <a:stretch>
            <a:fillRect/>
          </a:stretch>
        </p:blipFill>
        <p:spPr>
          <a:xfrm>
            <a:off x="5956968" y="581025"/>
            <a:ext cx="3736218" cy="3343205"/>
          </a:xfrm>
          <a:prstGeom prst="rect">
            <a:avLst/>
          </a:prstGeom>
          <a:ln>
            <a:noFill/>
          </a:ln>
        </p:spPr>
      </p:pic>
      <p:pic>
        <p:nvPicPr>
          <p:cNvPr id="10" name="Picture 9">
            <a:extLst>
              <a:ext uri="{FF2B5EF4-FFF2-40B4-BE49-F238E27FC236}">
                <a16:creationId xmlns:a16="http://schemas.microsoft.com/office/drawing/2014/main" id="{BF493B4C-2E9C-C82D-CD66-3BC4C7BB127D}"/>
              </a:ext>
            </a:extLst>
          </p:cNvPr>
          <p:cNvPicPr>
            <a:picLocks noChangeAspect="1"/>
          </p:cNvPicPr>
          <p:nvPr/>
        </p:nvPicPr>
        <p:blipFill>
          <a:blip r:embed="rId4"/>
          <a:srcRect l="2258" t="28305" b="53392"/>
          <a:stretch>
            <a:fillRect/>
          </a:stretch>
        </p:blipFill>
        <p:spPr>
          <a:xfrm>
            <a:off x="5956968" y="2047875"/>
            <a:ext cx="3736218" cy="1695450"/>
          </a:xfrm>
          <a:prstGeom prst="rect">
            <a:avLst/>
          </a:prstGeom>
          <a:ln>
            <a:noFill/>
          </a:ln>
        </p:spPr>
      </p:pic>
      <p:pic>
        <p:nvPicPr>
          <p:cNvPr id="13" name="Picture 12">
            <a:extLst>
              <a:ext uri="{FF2B5EF4-FFF2-40B4-BE49-F238E27FC236}">
                <a16:creationId xmlns:a16="http://schemas.microsoft.com/office/drawing/2014/main" id="{DB2D372D-0DE2-2157-D5E5-456C8F11A308}"/>
              </a:ext>
            </a:extLst>
          </p:cNvPr>
          <p:cNvPicPr>
            <a:picLocks noChangeAspect="1"/>
          </p:cNvPicPr>
          <p:nvPr/>
        </p:nvPicPr>
        <p:blipFill>
          <a:blip r:embed="rId4"/>
          <a:srcRect l="37997" t="48008" r="7931" b="13422"/>
          <a:stretch>
            <a:fillRect/>
          </a:stretch>
        </p:blipFill>
        <p:spPr>
          <a:xfrm rot="16357712">
            <a:off x="8292643" y="952672"/>
            <a:ext cx="2047877" cy="1384995"/>
          </a:xfrm>
          <a:prstGeom prst="rect">
            <a:avLst/>
          </a:prstGeom>
          <a:ln>
            <a:noFill/>
          </a:ln>
        </p:spPr>
      </p:pic>
      <p:sp>
        <p:nvSpPr>
          <p:cNvPr id="5" name="TextBox 4">
            <a:extLst>
              <a:ext uri="{FF2B5EF4-FFF2-40B4-BE49-F238E27FC236}">
                <a16:creationId xmlns:a16="http://schemas.microsoft.com/office/drawing/2014/main" id="{48BB23F7-0AA0-0DB0-8277-843215525389}"/>
              </a:ext>
            </a:extLst>
          </p:cNvPr>
          <p:cNvSpPr txBox="1"/>
          <p:nvPr/>
        </p:nvSpPr>
        <p:spPr>
          <a:xfrm>
            <a:off x="6586827" y="1120765"/>
            <a:ext cx="2476500" cy="3139321"/>
          </a:xfrm>
          <a:prstGeom prst="rect">
            <a:avLst/>
          </a:prstGeom>
          <a:noFill/>
          <a:ln>
            <a:noFill/>
          </a:ln>
        </p:spPr>
        <p:txBody>
          <a:bodyPr wrap="square" rtlCol="0">
            <a:spAutoFit/>
          </a:bodyPr>
          <a:lstStyle/>
          <a:p>
            <a:r>
              <a:rPr lang="en-US" dirty="0"/>
              <a:t>I hope you showed them no mercy. Lexi just finished telling me about how difficult it’s been to get supplies. Shall we help clear the road? </a:t>
            </a:r>
            <a:r>
              <a:rPr lang="en-US" b="1" dirty="0"/>
              <a:t>We need to check on the Bar Curtis Ranch, past the Altar Brook bridge.</a:t>
            </a:r>
          </a:p>
        </p:txBody>
      </p:sp>
      <p:sp>
        <p:nvSpPr>
          <p:cNvPr id="17" name="TextBox 16">
            <a:extLst>
              <a:ext uri="{FF2B5EF4-FFF2-40B4-BE49-F238E27FC236}">
                <a16:creationId xmlns:a16="http://schemas.microsoft.com/office/drawing/2014/main" id="{25E7041B-25E5-7DB1-26A0-78B7454AE81A}"/>
              </a:ext>
            </a:extLst>
          </p:cNvPr>
          <p:cNvSpPr txBox="1"/>
          <p:nvPr/>
        </p:nvSpPr>
        <p:spPr>
          <a:xfrm>
            <a:off x="8147283" y="4184388"/>
            <a:ext cx="753974" cy="523220"/>
          </a:xfrm>
          <a:prstGeom prst="rect">
            <a:avLst/>
          </a:prstGeom>
          <a:noFill/>
          <a:ln>
            <a:noFill/>
          </a:ln>
        </p:spPr>
        <p:txBody>
          <a:bodyPr wrap="square" rtlCol="0">
            <a:spAutoFit/>
          </a:bodyPr>
          <a:lstStyle/>
          <a:p>
            <a:pPr algn="r"/>
            <a:r>
              <a:rPr lang="en-US" sz="2800" b="1" dirty="0">
                <a:latin typeface="Harrington" panose="04040505050A02020702" pitchFamily="82" charset="0"/>
              </a:rPr>
              <a:t>9</a:t>
            </a:r>
          </a:p>
        </p:txBody>
      </p:sp>
      <p:pic>
        <p:nvPicPr>
          <p:cNvPr id="18" name="Picture 17">
            <a:extLst>
              <a:ext uri="{FF2B5EF4-FFF2-40B4-BE49-F238E27FC236}">
                <a16:creationId xmlns:a16="http://schemas.microsoft.com/office/drawing/2014/main" id="{9527D738-1882-A80B-2D37-0B62BEAAD996}"/>
              </a:ext>
            </a:extLst>
          </p:cNvPr>
          <p:cNvPicPr>
            <a:picLocks noChangeAspect="1"/>
          </p:cNvPicPr>
          <p:nvPr/>
        </p:nvPicPr>
        <p:blipFill>
          <a:blip r:embed="rId4"/>
          <a:srcRect l="2258" t="6897" r="5233" b="50530"/>
          <a:stretch>
            <a:fillRect/>
          </a:stretch>
        </p:blipFill>
        <p:spPr>
          <a:xfrm rot="10800000" flipH="1">
            <a:off x="2420773" y="3600448"/>
            <a:ext cx="3536193" cy="1528727"/>
          </a:xfrm>
          <a:prstGeom prst="rect">
            <a:avLst/>
          </a:prstGeom>
          <a:ln>
            <a:noFill/>
          </a:ln>
        </p:spPr>
      </p:pic>
      <p:pic>
        <p:nvPicPr>
          <p:cNvPr id="19" name="Picture 18">
            <a:extLst>
              <a:ext uri="{FF2B5EF4-FFF2-40B4-BE49-F238E27FC236}">
                <a16:creationId xmlns:a16="http://schemas.microsoft.com/office/drawing/2014/main" id="{FF646A78-DF36-3FE0-AF6F-C02CD1383B58}"/>
              </a:ext>
            </a:extLst>
          </p:cNvPr>
          <p:cNvPicPr>
            <a:picLocks noChangeAspect="1"/>
          </p:cNvPicPr>
          <p:nvPr/>
        </p:nvPicPr>
        <p:blipFill>
          <a:blip r:embed="rId4"/>
          <a:srcRect l="2258" t="6897"/>
          <a:stretch>
            <a:fillRect/>
          </a:stretch>
        </p:blipFill>
        <p:spPr>
          <a:xfrm flipH="1">
            <a:off x="2220747" y="571500"/>
            <a:ext cx="3736218" cy="3343205"/>
          </a:xfrm>
          <a:prstGeom prst="rect">
            <a:avLst/>
          </a:prstGeom>
          <a:ln>
            <a:noFill/>
          </a:ln>
        </p:spPr>
      </p:pic>
      <p:pic>
        <p:nvPicPr>
          <p:cNvPr id="20" name="Picture 19">
            <a:extLst>
              <a:ext uri="{FF2B5EF4-FFF2-40B4-BE49-F238E27FC236}">
                <a16:creationId xmlns:a16="http://schemas.microsoft.com/office/drawing/2014/main" id="{45BB686F-BD8C-88E2-1869-BD83FF32632B}"/>
              </a:ext>
            </a:extLst>
          </p:cNvPr>
          <p:cNvPicPr>
            <a:picLocks noChangeAspect="1"/>
          </p:cNvPicPr>
          <p:nvPr/>
        </p:nvPicPr>
        <p:blipFill>
          <a:blip r:embed="rId4"/>
          <a:srcRect l="2258" t="28305" b="53392"/>
          <a:stretch>
            <a:fillRect/>
          </a:stretch>
        </p:blipFill>
        <p:spPr>
          <a:xfrm flipH="1">
            <a:off x="2220747" y="2038350"/>
            <a:ext cx="3736218" cy="1695450"/>
          </a:xfrm>
          <a:prstGeom prst="rect">
            <a:avLst/>
          </a:prstGeom>
          <a:ln>
            <a:noFill/>
          </a:ln>
        </p:spPr>
      </p:pic>
      <p:pic>
        <p:nvPicPr>
          <p:cNvPr id="21" name="Picture 20">
            <a:extLst>
              <a:ext uri="{FF2B5EF4-FFF2-40B4-BE49-F238E27FC236}">
                <a16:creationId xmlns:a16="http://schemas.microsoft.com/office/drawing/2014/main" id="{7E60F2F2-7D07-E62F-A490-07DDB0C4008D}"/>
              </a:ext>
            </a:extLst>
          </p:cNvPr>
          <p:cNvPicPr>
            <a:picLocks noChangeAspect="1"/>
          </p:cNvPicPr>
          <p:nvPr/>
        </p:nvPicPr>
        <p:blipFill>
          <a:blip r:embed="rId4"/>
          <a:srcRect l="37997" t="48008" r="7931" b="13422"/>
          <a:stretch>
            <a:fillRect/>
          </a:stretch>
        </p:blipFill>
        <p:spPr>
          <a:xfrm rot="5242288" flipH="1">
            <a:off x="1573413" y="943147"/>
            <a:ext cx="2047877" cy="1384995"/>
          </a:xfrm>
          <a:prstGeom prst="rect">
            <a:avLst/>
          </a:prstGeom>
          <a:ln>
            <a:noFill/>
          </a:ln>
        </p:spPr>
      </p:pic>
      <p:sp>
        <p:nvSpPr>
          <p:cNvPr id="22" name="TextBox 21">
            <a:extLst>
              <a:ext uri="{FF2B5EF4-FFF2-40B4-BE49-F238E27FC236}">
                <a16:creationId xmlns:a16="http://schemas.microsoft.com/office/drawing/2014/main" id="{D221E022-9575-A1D3-FC4C-5745EF1FE7AE}"/>
              </a:ext>
            </a:extLst>
          </p:cNvPr>
          <p:cNvSpPr txBox="1"/>
          <p:nvPr/>
        </p:nvSpPr>
        <p:spPr>
          <a:xfrm>
            <a:off x="2950619" y="1014289"/>
            <a:ext cx="2476500" cy="3693319"/>
          </a:xfrm>
          <a:prstGeom prst="rect">
            <a:avLst/>
          </a:prstGeom>
          <a:noFill/>
          <a:ln>
            <a:noFill/>
          </a:ln>
        </p:spPr>
        <p:txBody>
          <a:bodyPr wrap="square" rtlCol="0">
            <a:spAutoFit/>
          </a:bodyPr>
          <a:lstStyle/>
          <a:p>
            <a:r>
              <a:rPr lang="en-US" dirty="0"/>
              <a:t>Slave collars and cages, by the nine… Jennah...I mean </a:t>
            </a:r>
            <a:r>
              <a:rPr lang="en-US" i="1" dirty="0"/>
              <a:t>the queen</a:t>
            </a:r>
            <a:r>
              <a:rPr lang="en-US" dirty="0"/>
              <a:t>, won’t be happy to hear this.  I’m also concerned about these centaur attacks. Let’s see if we can push them back and buy us some room to think. </a:t>
            </a:r>
            <a:r>
              <a:rPr lang="en-US" b="1" dirty="0"/>
              <a:t>Reclaim the plateau and meet me by the trading post.</a:t>
            </a:r>
          </a:p>
        </p:txBody>
      </p:sp>
      <p:sp>
        <p:nvSpPr>
          <p:cNvPr id="23" name="TextBox 22">
            <a:extLst>
              <a:ext uri="{FF2B5EF4-FFF2-40B4-BE49-F238E27FC236}">
                <a16:creationId xmlns:a16="http://schemas.microsoft.com/office/drawing/2014/main" id="{ED00031F-4164-411B-CC3C-A9583928F346}"/>
              </a:ext>
            </a:extLst>
          </p:cNvPr>
          <p:cNvSpPr txBox="1"/>
          <p:nvPr/>
        </p:nvSpPr>
        <p:spPr>
          <a:xfrm>
            <a:off x="4599343" y="4269856"/>
            <a:ext cx="753974" cy="523220"/>
          </a:xfrm>
          <a:prstGeom prst="rect">
            <a:avLst/>
          </a:prstGeom>
          <a:noFill/>
          <a:ln>
            <a:noFill/>
          </a:ln>
        </p:spPr>
        <p:txBody>
          <a:bodyPr wrap="square" rtlCol="0">
            <a:spAutoFit/>
          </a:bodyPr>
          <a:lstStyle/>
          <a:p>
            <a:pPr algn="r"/>
            <a:r>
              <a:rPr lang="en-US" sz="2800" b="1" dirty="0">
                <a:latin typeface="Harrington" panose="04040505050A02020702" pitchFamily="82" charset="0"/>
              </a:rPr>
              <a:t>8</a:t>
            </a:r>
          </a:p>
        </p:txBody>
      </p:sp>
    </p:spTree>
    <p:extLst>
      <p:ext uri="{BB962C8B-B14F-4D97-AF65-F5344CB8AC3E}">
        <p14:creationId xmlns:p14="http://schemas.microsoft.com/office/powerpoint/2010/main" val="3600473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0EE92-D286-2793-FE37-F84842707AD5}"/>
            </a:ext>
          </a:extLst>
        </p:cNvPr>
        <p:cNvGrpSpPr/>
        <p:nvPr/>
      </p:nvGrpSpPr>
      <p:grpSpPr>
        <a:xfrm>
          <a:off x="0" y="0"/>
          <a:ext cx="0" cy="0"/>
          <a:chOff x="0" y="0"/>
          <a:chExt cx="0" cy="0"/>
        </a:xfrm>
      </p:grpSpPr>
      <p:pic>
        <p:nvPicPr>
          <p:cNvPr id="2" name="Picture 1" descr="A video game character wearing armor&#10;&#10;AI-generated content may be incorrect.">
            <a:extLst>
              <a:ext uri="{FF2B5EF4-FFF2-40B4-BE49-F238E27FC236}">
                <a16:creationId xmlns:a16="http://schemas.microsoft.com/office/drawing/2014/main" id="{50BF3FB3-82C5-9F8F-FD42-C9F3D9795F03}"/>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3319" b="97345" l="9735" r="89971">
                        <a14:foregroundMark x1="50590" y1="3466" x2="42773" y2="10251"/>
                        <a14:foregroundMark x1="42773" y1="10251" x2="42478" y2="13717"/>
                        <a14:foregroundMark x1="24484" y1="95870" x2="34218" y2="90708"/>
                        <a14:foregroundMark x1="34218" y1="90708" x2="34218" y2="90265"/>
                        <a14:foregroundMark x1="75811" y1="97345" x2="69469" y2="89307"/>
                        <a14:foregroundMark x1="18879" y1="97345" x2="18879" y2="97345"/>
                        <a14:foregroundMark x1="20206" y1="96829" x2="22714" y2="96091"/>
                        <a14:foregroundMark x1="44690" y1="71681" x2="44690" y2="69838"/>
                        <a14:foregroundMark x1="77286" y1="64307" x2="76106" y2="65708"/>
                        <a14:foregroundMark x1="25074" y1="65855" x2="24189" y2="67920"/>
                        <a14:foregroundMark x1="24189" y1="65265" x2="23894" y2="64454"/>
                        <a14:backgroundMark x1="48083" y1="73599" x2="48820" y2="92920"/>
                        <a14:backgroundMark x1="43068" y1="71239" x2="43068" y2="71239"/>
                        <a14:backgroundMark x1="53097" y1="70428" x2="53097" y2="70428"/>
                        <a14:backgroundMark x1="76696" y1="60029" x2="76106" y2="61357"/>
                        <a14:backgroundMark x1="27434" y1="65413" x2="26401" y2="62537"/>
                        <a14:backgroundMark x1="67847" y1="34735" x2="68289" y2="35546"/>
                        <a14:backgroundMark x1="68289" y1="38348" x2="72566" y2="42330"/>
                        <a14:backgroundMark x1="75074" y1="44985" x2="73894" y2="43732"/>
                        <a14:backgroundMark x1="69764" y1="34440" x2="67994" y2="33333"/>
                        <a14:backgroundMark x1="31121" y1="33923" x2="30236" y2="35029"/>
                        <a14:backgroundMark x1="31711" y1="37537" x2="29941" y2="39971"/>
                        <a14:backgroundMark x1="31416" y1="37094" x2="31416" y2="36504"/>
                        <a14:backgroundMark x1="29941" y1="34587" x2="30531" y2="33333"/>
                        <a14:backgroundMark x1="73304" y1="65265" x2="72566" y2="61136"/>
                      </a14:backgroundRemoval>
                    </a14:imgEffect>
                    <a14:imgEffect>
                      <a14:artisticCutout trans="50000" numberOfShades="6"/>
                    </a14:imgEffect>
                  </a14:imgLayer>
                </a14:imgProps>
              </a:ext>
              <a:ext uri="{28A0092B-C50C-407E-A947-70E740481C1C}">
                <a14:useLocalDpi xmlns:a14="http://schemas.microsoft.com/office/drawing/2010/main" val="0"/>
              </a:ext>
            </a:extLst>
          </a:blip>
          <a:srcRect l="-98945" r="-1508"/>
          <a:stretch>
            <a:fillRect/>
          </a:stretch>
        </p:blipFill>
        <p:spPr>
          <a:xfrm>
            <a:off x="5956968" y="581025"/>
            <a:ext cx="5956968" cy="5943600"/>
          </a:xfrm>
          <a:prstGeom prst="rect">
            <a:avLst/>
          </a:prstGeom>
          <a:ln>
            <a:noFill/>
          </a:ln>
          <a:effectLst>
            <a:softEdge rad="12700"/>
          </a:effectLst>
        </p:spPr>
      </p:pic>
      <p:pic>
        <p:nvPicPr>
          <p:cNvPr id="14" name="Picture 13">
            <a:extLst>
              <a:ext uri="{FF2B5EF4-FFF2-40B4-BE49-F238E27FC236}">
                <a16:creationId xmlns:a16="http://schemas.microsoft.com/office/drawing/2014/main" id="{864A91AD-B2F7-7568-A680-EB90B28588BC}"/>
              </a:ext>
            </a:extLst>
          </p:cNvPr>
          <p:cNvPicPr>
            <a:picLocks noChangeAspect="1"/>
          </p:cNvPicPr>
          <p:nvPr/>
        </p:nvPicPr>
        <p:blipFill>
          <a:blip r:embed="rId4"/>
          <a:srcRect l="2258" t="6897" r="5233" b="50530"/>
          <a:stretch>
            <a:fillRect/>
          </a:stretch>
        </p:blipFill>
        <p:spPr>
          <a:xfrm rot="10800000">
            <a:off x="5956967" y="3609973"/>
            <a:ext cx="3536193" cy="1528727"/>
          </a:xfrm>
          <a:prstGeom prst="rect">
            <a:avLst/>
          </a:prstGeom>
          <a:ln>
            <a:noFill/>
          </a:ln>
        </p:spPr>
      </p:pic>
      <p:pic>
        <p:nvPicPr>
          <p:cNvPr id="7" name="Picture 6" descr="A video game character wearing armor&#10;&#10;AI-generated content may be incorrect.">
            <a:extLst>
              <a:ext uri="{FF2B5EF4-FFF2-40B4-BE49-F238E27FC236}">
                <a16:creationId xmlns:a16="http://schemas.microsoft.com/office/drawing/2014/main" id="{29613A77-53E2-4C71-1115-E23E0DB80FEE}"/>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3319" b="97345" l="9735" r="89971">
                        <a14:foregroundMark x1="50590" y1="3466" x2="42773" y2="10251"/>
                        <a14:foregroundMark x1="42773" y1="10251" x2="42478" y2="13717"/>
                        <a14:foregroundMark x1="24484" y1="95870" x2="34218" y2="90708"/>
                        <a14:foregroundMark x1="34218" y1="90708" x2="34218" y2="90265"/>
                        <a14:foregroundMark x1="75811" y1="97345" x2="69469" y2="89307"/>
                        <a14:foregroundMark x1="18879" y1="97345" x2="18879" y2="97345"/>
                        <a14:foregroundMark x1="20206" y1="96829" x2="22714" y2="96091"/>
                        <a14:foregroundMark x1="44690" y1="71681" x2="44690" y2="69838"/>
                        <a14:foregroundMark x1="77286" y1="64307" x2="76106" y2="65708"/>
                        <a14:foregroundMark x1="25074" y1="65855" x2="24189" y2="67920"/>
                        <a14:foregroundMark x1="24189" y1="65265" x2="23894" y2="64454"/>
                        <a14:backgroundMark x1="48083" y1="73599" x2="48820" y2="92920"/>
                        <a14:backgroundMark x1="43068" y1="71239" x2="43068" y2="71239"/>
                        <a14:backgroundMark x1="53097" y1="70428" x2="53097" y2="70428"/>
                        <a14:backgroundMark x1="76696" y1="60029" x2="76106" y2="61357"/>
                        <a14:backgroundMark x1="27434" y1="65413" x2="26401" y2="62537"/>
                        <a14:backgroundMark x1="67847" y1="34735" x2="68289" y2="35546"/>
                        <a14:backgroundMark x1="68289" y1="38348" x2="72566" y2="42330"/>
                        <a14:backgroundMark x1="75074" y1="44985" x2="73894" y2="43732"/>
                        <a14:backgroundMark x1="69764" y1="34440" x2="67994" y2="33333"/>
                        <a14:backgroundMark x1="31121" y1="33923" x2="30236" y2="35029"/>
                        <a14:backgroundMark x1="31711" y1="37537" x2="29941" y2="39971"/>
                        <a14:backgroundMark x1="31416" y1="37094" x2="31416" y2="36504"/>
                        <a14:backgroundMark x1="29941" y1="34587" x2="30531" y2="33333"/>
                        <a14:backgroundMark x1="73304" y1="65265" x2="72566" y2="61136"/>
                      </a14:backgroundRemoval>
                    </a14:imgEffect>
                    <a14:imgEffect>
                      <a14:artisticCutout trans="50000" numberOfShades="6"/>
                    </a14:imgEffect>
                  </a14:imgLayer>
                </a14:imgProps>
              </a:ext>
              <a:ext uri="{28A0092B-C50C-407E-A947-70E740481C1C}">
                <a14:useLocalDpi xmlns:a14="http://schemas.microsoft.com/office/drawing/2010/main" val="0"/>
              </a:ext>
            </a:extLst>
          </a:blip>
          <a:srcRect l="-5995" t="-160" r="-94458" b="160"/>
          <a:stretch>
            <a:fillRect/>
          </a:stretch>
        </p:blipFill>
        <p:spPr>
          <a:xfrm>
            <a:off x="0" y="581025"/>
            <a:ext cx="5956968" cy="5943600"/>
          </a:xfrm>
          <a:prstGeom prst="rect">
            <a:avLst/>
          </a:prstGeom>
          <a:effectLst>
            <a:softEdge rad="12700"/>
          </a:effectLst>
        </p:spPr>
      </p:pic>
      <p:pic>
        <p:nvPicPr>
          <p:cNvPr id="6" name="Picture 5">
            <a:extLst>
              <a:ext uri="{FF2B5EF4-FFF2-40B4-BE49-F238E27FC236}">
                <a16:creationId xmlns:a16="http://schemas.microsoft.com/office/drawing/2014/main" id="{6FC474D5-085B-D182-D88E-AB0B1911B8B9}"/>
              </a:ext>
            </a:extLst>
          </p:cNvPr>
          <p:cNvPicPr>
            <a:picLocks noChangeAspect="1"/>
          </p:cNvPicPr>
          <p:nvPr/>
        </p:nvPicPr>
        <p:blipFill>
          <a:blip r:embed="rId4"/>
          <a:srcRect l="2258" t="6897"/>
          <a:stretch>
            <a:fillRect/>
          </a:stretch>
        </p:blipFill>
        <p:spPr>
          <a:xfrm>
            <a:off x="5956968" y="581025"/>
            <a:ext cx="3736218" cy="3343205"/>
          </a:xfrm>
          <a:prstGeom prst="rect">
            <a:avLst/>
          </a:prstGeom>
          <a:ln>
            <a:noFill/>
          </a:ln>
        </p:spPr>
      </p:pic>
      <p:pic>
        <p:nvPicPr>
          <p:cNvPr id="10" name="Picture 9">
            <a:extLst>
              <a:ext uri="{FF2B5EF4-FFF2-40B4-BE49-F238E27FC236}">
                <a16:creationId xmlns:a16="http://schemas.microsoft.com/office/drawing/2014/main" id="{0CE7367B-C988-08EB-31E1-ACA32388A640}"/>
              </a:ext>
            </a:extLst>
          </p:cNvPr>
          <p:cNvPicPr>
            <a:picLocks noChangeAspect="1"/>
          </p:cNvPicPr>
          <p:nvPr/>
        </p:nvPicPr>
        <p:blipFill>
          <a:blip r:embed="rId4"/>
          <a:srcRect l="2258" t="28305" b="53392"/>
          <a:stretch>
            <a:fillRect/>
          </a:stretch>
        </p:blipFill>
        <p:spPr>
          <a:xfrm>
            <a:off x="5956968" y="2047875"/>
            <a:ext cx="3736218" cy="1695450"/>
          </a:xfrm>
          <a:prstGeom prst="rect">
            <a:avLst/>
          </a:prstGeom>
          <a:ln>
            <a:noFill/>
          </a:ln>
        </p:spPr>
      </p:pic>
      <p:pic>
        <p:nvPicPr>
          <p:cNvPr id="13" name="Picture 12">
            <a:extLst>
              <a:ext uri="{FF2B5EF4-FFF2-40B4-BE49-F238E27FC236}">
                <a16:creationId xmlns:a16="http://schemas.microsoft.com/office/drawing/2014/main" id="{8014D151-51FA-A38A-D543-F11CCF8121E2}"/>
              </a:ext>
            </a:extLst>
          </p:cNvPr>
          <p:cNvPicPr>
            <a:picLocks noChangeAspect="1"/>
          </p:cNvPicPr>
          <p:nvPr/>
        </p:nvPicPr>
        <p:blipFill>
          <a:blip r:embed="rId4"/>
          <a:srcRect l="37997" t="48008" r="7931" b="13422"/>
          <a:stretch>
            <a:fillRect/>
          </a:stretch>
        </p:blipFill>
        <p:spPr>
          <a:xfrm rot="16357712">
            <a:off x="8292643" y="952672"/>
            <a:ext cx="2047877" cy="1384995"/>
          </a:xfrm>
          <a:prstGeom prst="rect">
            <a:avLst/>
          </a:prstGeom>
          <a:ln>
            <a:noFill/>
          </a:ln>
        </p:spPr>
      </p:pic>
      <p:sp>
        <p:nvSpPr>
          <p:cNvPr id="5" name="TextBox 4">
            <a:extLst>
              <a:ext uri="{FF2B5EF4-FFF2-40B4-BE49-F238E27FC236}">
                <a16:creationId xmlns:a16="http://schemas.microsoft.com/office/drawing/2014/main" id="{FCEF3777-CB39-7A6E-C629-CA453D0C57FF}"/>
              </a:ext>
            </a:extLst>
          </p:cNvPr>
          <p:cNvSpPr txBox="1"/>
          <p:nvPr/>
        </p:nvSpPr>
        <p:spPr>
          <a:xfrm>
            <a:off x="6586827" y="1120765"/>
            <a:ext cx="2314430" cy="3139321"/>
          </a:xfrm>
          <a:prstGeom prst="rect">
            <a:avLst/>
          </a:prstGeom>
          <a:noFill/>
          <a:ln>
            <a:noFill/>
          </a:ln>
        </p:spPr>
        <p:txBody>
          <a:bodyPr wrap="square" rtlCol="0">
            <a:spAutoFit/>
          </a:bodyPr>
          <a:lstStyle/>
          <a:p>
            <a:r>
              <a:rPr lang="en-US" dirty="0"/>
              <a:t>*</a:t>
            </a:r>
            <a:r>
              <a:rPr lang="en-US" i="1" dirty="0"/>
              <a:t>breathing heavily</a:t>
            </a:r>
            <a:r>
              <a:rPr lang="en-US" dirty="0"/>
              <a:t>* Whew…this hero thing might actually be your calling.</a:t>
            </a:r>
          </a:p>
          <a:p>
            <a:r>
              <a:rPr lang="en-US" dirty="0"/>
              <a:t>That or you are one unlucky person with skills to back it up.</a:t>
            </a:r>
          </a:p>
          <a:p>
            <a:r>
              <a:rPr lang="en-US" b="1" dirty="0"/>
              <a:t>Let’s head back and take a break at the township of Claypool.</a:t>
            </a:r>
          </a:p>
        </p:txBody>
      </p:sp>
      <p:sp>
        <p:nvSpPr>
          <p:cNvPr id="17" name="TextBox 16">
            <a:extLst>
              <a:ext uri="{FF2B5EF4-FFF2-40B4-BE49-F238E27FC236}">
                <a16:creationId xmlns:a16="http://schemas.microsoft.com/office/drawing/2014/main" id="{AF528801-E3E0-4E95-7FBF-1FCAF17F7DDF}"/>
              </a:ext>
            </a:extLst>
          </p:cNvPr>
          <p:cNvSpPr txBox="1"/>
          <p:nvPr/>
        </p:nvSpPr>
        <p:spPr>
          <a:xfrm>
            <a:off x="8147283" y="4184388"/>
            <a:ext cx="753974" cy="523220"/>
          </a:xfrm>
          <a:prstGeom prst="rect">
            <a:avLst/>
          </a:prstGeom>
          <a:noFill/>
          <a:ln>
            <a:noFill/>
          </a:ln>
        </p:spPr>
        <p:txBody>
          <a:bodyPr wrap="square" rtlCol="0">
            <a:spAutoFit/>
          </a:bodyPr>
          <a:lstStyle/>
          <a:p>
            <a:pPr algn="r"/>
            <a:r>
              <a:rPr lang="en-US" sz="2800" b="1" dirty="0">
                <a:latin typeface="Harrington" panose="04040505050A02020702" pitchFamily="82" charset="0"/>
              </a:rPr>
              <a:t>11</a:t>
            </a:r>
          </a:p>
        </p:txBody>
      </p:sp>
      <p:pic>
        <p:nvPicPr>
          <p:cNvPr id="18" name="Picture 17">
            <a:extLst>
              <a:ext uri="{FF2B5EF4-FFF2-40B4-BE49-F238E27FC236}">
                <a16:creationId xmlns:a16="http://schemas.microsoft.com/office/drawing/2014/main" id="{954D4881-90CC-3963-5898-0BCB7461B128}"/>
              </a:ext>
            </a:extLst>
          </p:cNvPr>
          <p:cNvPicPr>
            <a:picLocks noChangeAspect="1"/>
          </p:cNvPicPr>
          <p:nvPr/>
        </p:nvPicPr>
        <p:blipFill>
          <a:blip r:embed="rId4"/>
          <a:srcRect l="2258" t="6897" r="5233" b="50530"/>
          <a:stretch>
            <a:fillRect/>
          </a:stretch>
        </p:blipFill>
        <p:spPr>
          <a:xfrm rot="10800000" flipH="1">
            <a:off x="2420773" y="3600448"/>
            <a:ext cx="3536193" cy="1528727"/>
          </a:xfrm>
          <a:prstGeom prst="rect">
            <a:avLst/>
          </a:prstGeom>
          <a:ln>
            <a:noFill/>
          </a:ln>
        </p:spPr>
      </p:pic>
      <p:pic>
        <p:nvPicPr>
          <p:cNvPr id="19" name="Picture 18">
            <a:extLst>
              <a:ext uri="{FF2B5EF4-FFF2-40B4-BE49-F238E27FC236}">
                <a16:creationId xmlns:a16="http://schemas.microsoft.com/office/drawing/2014/main" id="{59C95014-31BB-F21E-656F-1FEBBE0BF13B}"/>
              </a:ext>
            </a:extLst>
          </p:cNvPr>
          <p:cNvPicPr>
            <a:picLocks noChangeAspect="1"/>
          </p:cNvPicPr>
          <p:nvPr/>
        </p:nvPicPr>
        <p:blipFill>
          <a:blip r:embed="rId4"/>
          <a:srcRect l="2258" t="6897"/>
          <a:stretch>
            <a:fillRect/>
          </a:stretch>
        </p:blipFill>
        <p:spPr>
          <a:xfrm flipH="1">
            <a:off x="2220747" y="571500"/>
            <a:ext cx="3736218" cy="3343205"/>
          </a:xfrm>
          <a:prstGeom prst="rect">
            <a:avLst/>
          </a:prstGeom>
          <a:ln>
            <a:noFill/>
          </a:ln>
        </p:spPr>
      </p:pic>
      <p:pic>
        <p:nvPicPr>
          <p:cNvPr id="20" name="Picture 19">
            <a:extLst>
              <a:ext uri="{FF2B5EF4-FFF2-40B4-BE49-F238E27FC236}">
                <a16:creationId xmlns:a16="http://schemas.microsoft.com/office/drawing/2014/main" id="{721046B0-20F4-074A-8460-B0806736561C}"/>
              </a:ext>
            </a:extLst>
          </p:cNvPr>
          <p:cNvPicPr>
            <a:picLocks noChangeAspect="1"/>
          </p:cNvPicPr>
          <p:nvPr/>
        </p:nvPicPr>
        <p:blipFill>
          <a:blip r:embed="rId4"/>
          <a:srcRect l="2258" t="28305" b="53392"/>
          <a:stretch>
            <a:fillRect/>
          </a:stretch>
        </p:blipFill>
        <p:spPr>
          <a:xfrm flipH="1">
            <a:off x="2220747" y="2038350"/>
            <a:ext cx="3736218" cy="1695450"/>
          </a:xfrm>
          <a:prstGeom prst="rect">
            <a:avLst/>
          </a:prstGeom>
          <a:ln>
            <a:noFill/>
          </a:ln>
        </p:spPr>
      </p:pic>
      <p:pic>
        <p:nvPicPr>
          <p:cNvPr id="21" name="Picture 20">
            <a:extLst>
              <a:ext uri="{FF2B5EF4-FFF2-40B4-BE49-F238E27FC236}">
                <a16:creationId xmlns:a16="http://schemas.microsoft.com/office/drawing/2014/main" id="{9DA9A039-388B-5BEA-CC43-7EE5E68FDAEF}"/>
              </a:ext>
            </a:extLst>
          </p:cNvPr>
          <p:cNvPicPr>
            <a:picLocks noChangeAspect="1"/>
          </p:cNvPicPr>
          <p:nvPr/>
        </p:nvPicPr>
        <p:blipFill>
          <a:blip r:embed="rId4"/>
          <a:srcRect l="37997" t="48008" r="7931" b="13422"/>
          <a:stretch>
            <a:fillRect/>
          </a:stretch>
        </p:blipFill>
        <p:spPr>
          <a:xfrm rot="5242288" flipH="1">
            <a:off x="1573413" y="943147"/>
            <a:ext cx="2047877" cy="1384995"/>
          </a:xfrm>
          <a:prstGeom prst="rect">
            <a:avLst/>
          </a:prstGeom>
          <a:ln>
            <a:noFill/>
          </a:ln>
        </p:spPr>
      </p:pic>
      <p:sp>
        <p:nvSpPr>
          <p:cNvPr id="22" name="TextBox 21">
            <a:extLst>
              <a:ext uri="{FF2B5EF4-FFF2-40B4-BE49-F238E27FC236}">
                <a16:creationId xmlns:a16="http://schemas.microsoft.com/office/drawing/2014/main" id="{A73F1A05-884C-A099-0037-337273652218}"/>
              </a:ext>
            </a:extLst>
          </p:cNvPr>
          <p:cNvSpPr txBox="1"/>
          <p:nvPr/>
        </p:nvSpPr>
        <p:spPr>
          <a:xfrm>
            <a:off x="2950619" y="1014289"/>
            <a:ext cx="2476500" cy="3693319"/>
          </a:xfrm>
          <a:prstGeom prst="rect">
            <a:avLst/>
          </a:prstGeom>
          <a:noFill/>
          <a:ln>
            <a:noFill/>
          </a:ln>
        </p:spPr>
        <p:txBody>
          <a:bodyPr wrap="square" rtlCol="0">
            <a:spAutoFit/>
          </a:bodyPr>
          <a:lstStyle/>
          <a:p>
            <a:r>
              <a:rPr lang="en-US" dirty="0"/>
              <a:t>Looks like those bandits have also found a way out on this side of the mountain. On top of that Curtis keeps petitioning the Seraph for a “</a:t>
            </a:r>
            <a:r>
              <a:rPr lang="en-US" i="1" dirty="0"/>
              <a:t>harpy defense force</a:t>
            </a:r>
            <a:r>
              <a:rPr lang="en-US" dirty="0"/>
              <a:t>”. I guess we are it today. </a:t>
            </a:r>
          </a:p>
          <a:p>
            <a:r>
              <a:rPr lang="en-US" b="1" dirty="0"/>
              <a:t>Let’s head into the western hills and put some birdbrains to sword.</a:t>
            </a:r>
          </a:p>
        </p:txBody>
      </p:sp>
      <p:sp>
        <p:nvSpPr>
          <p:cNvPr id="23" name="TextBox 22">
            <a:extLst>
              <a:ext uri="{FF2B5EF4-FFF2-40B4-BE49-F238E27FC236}">
                <a16:creationId xmlns:a16="http://schemas.microsoft.com/office/drawing/2014/main" id="{AEE9163E-1803-6F22-18B8-C29BE68B4B92}"/>
              </a:ext>
            </a:extLst>
          </p:cNvPr>
          <p:cNvSpPr txBox="1"/>
          <p:nvPr/>
        </p:nvSpPr>
        <p:spPr>
          <a:xfrm>
            <a:off x="4599343" y="4269856"/>
            <a:ext cx="753974" cy="523220"/>
          </a:xfrm>
          <a:prstGeom prst="rect">
            <a:avLst/>
          </a:prstGeom>
          <a:noFill/>
          <a:ln>
            <a:noFill/>
          </a:ln>
        </p:spPr>
        <p:txBody>
          <a:bodyPr wrap="square" rtlCol="0">
            <a:spAutoFit/>
          </a:bodyPr>
          <a:lstStyle/>
          <a:p>
            <a:pPr algn="r"/>
            <a:r>
              <a:rPr lang="en-US" sz="2800" b="1" dirty="0">
                <a:latin typeface="Harrington" panose="04040505050A02020702" pitchFamily="82" charset="0"/>
              </a:rPr>
              <a:t>10</a:t>
            </a:r>
          </a:p>
        </p:txBody>
      </p:sp>
    </p:spTree>
    <p:extLst>
      <p:ext uri="{BB962C8B-B14F-4D97-AF65-F5344CB8AC3E}">
        <p14:creationId xmlns:p14="http://schemas.microsoft.com/office/powerpoint/2010/main" val="10864475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C93BA-8635-5487-355E-D66CE64713FF}"/>
            </a:ext>
          </a:extLst>
        </p:cNvPr>
        <p:cNvGrpSpPr/>
        <p:nvPr/>
      </p:nvGrpSpPr>
      <p:grpSpPr>
        <a:xfrm>
          <a:off x="0" y="0"/>
          <a:ext cx="0" cy="0"/>
          <a:chOff x="0" y="0"/>
          <a:chExt cx="0" cy="0"/>
        </a:xfrm>
      </p:grpSpPr>
      <p:pic>
        <p:nvPicPr>
          <p:cNvPr id="5" name="Picture 4" descr="A person in a garment&#10;&#10;AI-generated content may be incorrect.">
            <a:extLst>
              <a:ext uri="{FF2B5EF4-FFF2-40B4-BE49-F238E27FC236}">
                <a16:creationId xmlns:a16="http://schemas.microsoft.com/office/drawing/2014/main" id="{DE57C93B-EF74-5F90-81EB-197AD7BF1E9D}"/>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3" b="97659" l="9921" r="89683">
                        <a14:foregroundMark x1="52381" y1="2341" x2="42063" y2="10033"/>
                        <a14:foregroundMark x1="40683" y1="13815" x2="40476" y2="14381"/>
                        <a14:foregroundMark x1="42063" y1="10033" x2="40898" y2="13225"/>
                        <a14:foregroundMark x1="57937" y1="5518" x2="57540" y2="14716"/>
                        <a14:foregroundMark x1="57540" y1="14716" x2="58333" y2="15217"/>
                        <a14:foregroundMark x1="74206" y1="22241" x2="88492" y2="54181"/>
                        <a14:foregroundMark x1="88492" y1="54181" x2="88095" y2="55017"/>
                        <a14:foregroundMark x1="77057" y1="91806" x2="77381" y2="95652"/>
                        <a14:foregroundMark x1="77029" y1="91472" x2="77057" y2="91806"/>
                        <a14:foregroundMark x1="77001" y1="91137" x2="77029" y2="91472"/>
                        <a14:foregroundMark x1="75397" y1="72074" x2="77001" y2="91137"/>
                        <a14:foregroundMark x1="28571" y1="73077" x2="30952" y2="83612"/>
                        <a14:foregroundMark x1="30952" y1="83612" x2="22222" y2="93645"/>
                        <a14:foregroundMark x1="13492" y1="52843" x2="24206" y2="25251"/>
                        <a14:foregroundMark x1="17857" y1="26589" x2="19444" y2="21237"/>
                        <a14:foregroundMark x1="78571" y1="97659" x2="79762" y2="96154"/>
                        <a14:foregroundMark x1="88889" y1="39465" x2="83333" y2="34281"/>
                        <a14:foregroundMark x1="47222" y1="2843" x2="51984" y2="2676"/>
                        <a14:foregroundMark x1="59524" y1="7860" x2="59524" y2="9197"/>
                        <a14:foregroundMark x1="60317" y1="14214" x2="60317" y2="15050"/>
                        <a14:foregroundMark x1="80952" y1="27090" x2="80159" y2="24749"/>
                        <a14:foregroundMark x1="82143" y1="47659" x2="81746" y2="46656"/>
                        <a14:foregroundMark x1="78968" y1="92475" x2="78968" y2="92475"/>
                        <a14:foregroundMark x1="80159" y1="92809" x2="80159" y2="92809"/>
                        <a14:foregroundMark x1="80952" y1="93478" x2="80952" y2="93478"/>
                        <a14:foregroundMark x1="81746" y1="93144" x2="81746" y2="93144"/>
                        <a14:foregroundMark x1="83333" y1="96656" x2="83333" y2="96656"/>
                        <a14:foregroundMark x1="80556" y1="91304" x2="80556" y2="91304"/>
                        <a14:foregroundMark x1="78571" y1="89130" x2="78571" y2="89130"/>
                        <a14:foregroundMark x1="44841" y1="2007" x2="46825" y2="1338"/>
                        <a14:foregroundMark x1="49206" y1="1003" x2="51190" y2="1003"/>
                        <a14:foregroundMark x1="53175" y1="836" x2="53175" y2="836"/>
                        <a14:backgroundMark x1="45238" y1="1003" x2="45238" y2="502"/>
                        <a14:backgroundMark x1="49206" y1="59866" x2="46825" y2="91304"/>
                        <a14:backgroundMark x1="46825" y1="91304" x2="62302" y2="93813"/>
                        <a14:backgroundMark x1="79762" y1="83278" x2="81746" y2="76087"/>
                        <a14:backgroundMark x1="79365" y1="69064" x2="78571" y2="69732"/>
                        <a14:backgroundMark x1="78571" y1="52341" x2="73810" y2="46656"/>
                        <a14:backgroundMark x1="74603" y1="46321" x2="76190" y2="47324"/>
                        <a14:backgroundMark x1="78571" y1="47324" x2="75794" y2="46154"/>
                        <a14:backgroundMark x1="74603" y1="45652" x2="74603" y2="46321"/>
                        <a14:backgroundMark x1="11508" y1="31773" x2="7540" y2="36288"/>
                        <a14:backgroundMark x1="28571" y1="35619" x2="28571" y2="37124"/>
                        <a14:backgroundMark x1="28968" y1="38796" x2="29762" y2="39465"/>
                        <a14:backgroundMark x1="29365" y1="35953" x2="28175" y2="33946"/>
                        <a14:backgroundMark x1="11111" y1="57191" x2="14286" y2="56355"/>
                        <a14:backgroundMark x1="50000" y1="57023" x2="50794" y2="64047"/>
                        <a14:backgroundMark x1="50000" y1="56020" x2="50000" y2="58194"/>
                        <a14:backgroundMark x1="49603" y1="54849" x2="46825" y2="57023"/>
                        <a14:backgroundMark x1="54365" y1="68562" x2="59524" y2="71237"/>
                        <a14:backgroundMark x1="92063" y1="39465" x2="90873" y2="37793"/>
                        <a14:backgroundMark x1="54762" y1="65552" x2="54365" y2="63378"/>
                        <a14:backgroundMark x1="57143" y1="69732" x2="57143" y2="69732"/>
                        <a14:backgroundMark x1="40079" y1="12375" x2="38492" y2="11538"/>
                        <a14:backgroundMark x1="55556" y1="502" x2="55556" y2="502"/>
                        <a14:backgroundMark x1="46032" y1="334" x2="46032" y2="334"/>
                        <a14:backgroundMark x1="53968" y1="334" x2="53968" y2="334"/>
                        <a14:backgroundMark x1="81746" y1="91806" x2="81746" y2="91806"/>
                        <a14:backgroundMark x1="81746" y1="91472" x2="81746" y2="91472"/>
                        <a14:backgroundMark x1="80952" y1="91137" x2="80952" y2="91137"/>
                        <a14:backgroundMark x1="49206" y1="334" x2="49206" y2="334"/>
                      </a14:backgroundRemoval>
                    </a14:imgEffect>
                    <a14:imgEffect>
                      <a14:artisticCutout trans="50000" numberOfShades="6"/>
                    </a14:imgEffect>
                  </a14:imgLayer>
                </a14:imgProps>
              </a:ext>
              <a:ext uri="{28A0092B-C50C-407E-A947-70E740481C1C}">
                <a14:useLocalDpi xmlns:a14="http://schemas.microsoft.com/office/drawing/2010/main" val="0"/>
              </a:ext>
            </a:extLst>
          </a:blip>
          <a:srcRect l="-134175" r="-2730"/>
          <a:stretch>
            <a:fillRect/>
          </a:stretch>
        </p:blipFill>
        <p:spPr>
          <a:xfrm>
            <a:off x="6235033" y="581025"/>
            <a:ext cx="5686425" cy="5695950"/>
          </a:xfrm>
          <a:prstGeom prst="rect">
            <a:avLst/>
          </a:prstGeom>
          <a:effectLst>
            <a:softEdge rad="12700"/>
          </a:effectLst>
        </p:spPr>
      </p:pic>
      <p:pic>
        <p:nvPicPr>
          <p:cNvPr id="2" name="Picture 1">
            <a:extLst>
              <a:ext uri="{FF2B5EF4-FFF2-40B4-BE49-F238E27FC236}">
                <a16:creationId xmlns:a16="http://schemas.microsoft.com/office/drawing/2014/main" id="{C398730F-ECA7-796B-826E-1813F636BF9A}"/>
              </a:ext>
            </a:extLst>
          </p:cNvPr>
          <p:cNvPicPr>
            <a:picLocks noChangeAspect="1"/>
          </p:cNvPicPr>
          <p:nvPr/>
        </p:nvPicPr>
        <p:blipFill>
          <a:blip r:embed="rId4"/>
          <a:srcRect l="2258" t="6897" r="8870" b="50530"/>
          <a:stretch>
            <a:fillRect/>
          </a:stretch>
        </p:blipFill>
        <p:spPr>
          <a:xfrm rot="10800000">
            <a:off x="6235032" y="3402274"/>
            <a:ext cx="3397157" cy="1528727"/>
          </a:xfrm>
          <a:prstGeom prst="rect">
            <a:avLst/>
          </a:prstGeom>
          <a:ln>
            <a:noFill/>
          </a:ln>
        </p:spPr>
      </p:pic>
      <p:pic>
        <p:nvPicPr>
          <p:cNvPr id="4" name="Picture 3">
            <a:extLst>
              <a:ext uri="{FF2B5EF4-FFF2-40B4-BE49-F238E27FC236}">
                <a16:creationId xmlns:a16="http://schemas.microsoft.com/office/drawing/2014/main" id="{CE3666EC-DF76-D215-DAC8-3CAED9275FCF}"/>
              </a:ext>
            </a:extLst>
          </p:cNvPr>
          <p:cNvPicPr>
            <a:picLocks noChangeAspect="1"/>
          </p:cNvPicPr>
          <p:nvPr/>
        </p:nvPicPr>
        <p:blipFill>
          <a:blip r:embed="rId4"/>
          <a:srcRect l="5895" t="6897"/>
          <a:stretch>
            <a:fillRect/>
          </a:stretch>
        </p:blipFill>
        <p:spPr>
          <a:xfrm>
            <a:off x="6235033" y="590550"/>
            <a:ext cx="3597186" cy="3343205"/>
          </a:xfrm>
          <a:prstGeom prst="rect">
            <a:avLst/>
          </a:prstGeom>
          <a:ln>
            <a:noFill/>
          </a:ln>
        </p:spPr>
      </p:pic>
      <p:pic>
        <p:nvPicPr>
          <p:cNvPr id="6" name="Picture 5">
            <a:extLst>
              <a:ext uri="{FF2B5EF4-FFF2-40B4-BE49-F238E27FC236}">
                <a16:creationId xmlns:a16="http://schemas.microsoft.com/office/drawing/2014/main" id="{399228F1-019B-6EBF-40A5-A94D64A80F59}"/>
              </a:ext>
            </a:extLst>
          </p:cNvPr>
          <p:cNvPicPr>
            <a:picLocks noChangeAspect="1"/>
          </p:cNvPicPr>
          <p:nvPr/>
        </p:nvPicPr>
        <p:blipFill>
          <a:blip r:embed="rId4"/>
          <a:srcRect l="5895" t="28305" b="53392"/>
          <a:stretch>
            <a:fillRect/>
          </a:stretch>
        </p:blipFill>
        <p:spPr>
          <a:xfrm>
            <a:off x="6235031" y="2057400"/>
            <a:ext cx="3597187" cy="1695450"/>
          </a:xfrm>
          <a:prstGeom prst="rect">
            <a:avLst/>
          </a:prstGeom>
          <a:ln>
            <a:noFill/>
          </a:ln>
        </p:spPr>
      </p:pic>
      <p:pic>
        <p:nvPicPr>
          <p:cNvPr id="7" name="Picture 6">
            <a:extLst>
              <a:ext uri="{FF2B5EF4-FFF2-40B4-BE49-F238E27FC236}">
                <a16:creationId xmlns:a16="http://schemas.microsoft.com/office/drawing/2014/main" id="{665C4C84-8917-822C-F0FF-E8EA48F15514}"/>
              </a:ext>
            </a:extLst>
          </p:cNvPr>
          <p:cNvPicPr>
            <a:picLocks noChangeAspect="1"/>
          </p:cNvPicPr>
          <p:nvPr/>
        </p:nvPicPr>
        <p:blipFill>
          <a:blip r:embed="rId4"/>
          <a:srcRect l="37997" t="48008" r="7931" b="13422"/>
          <a:stretch>
            <a:fillRect/>
          </a:stretch>
        </p:blipFill>
        <p:spPr>
          <a:xfrm rot="16357712">
            <a:off x="8431676" y="962197"/>
            <a:ext cx="2047877" cy="1384995"/>
          </a:xfrm>
          <a:prstGeom prst="rect">
            <a:avLst/>
          </a:prstGeom>
          <a:ln>
            <a:noFill/>
          </a:ln>
        </p:spPr>
      </p:pic>
      <p:sp>
        <p:nvSpPr>
          <p:cNvPr id="8" name="TextBox 7">
            <a:extLst>
              <a:ext uri="{FF2B5EF4-FFF2-40B4-BE49-F238E27FC236}">
                <a16:creationId xmlns:a16="http://schemas.microsoft.com/office/drawing/2014/main" id="{05D9194F-71A1-9195-6EE5-C279167496D8}"/>
              </a:ext>
            </a:extLst>
          </p:cNvPr>
          <p:cNvSpPr txBox="1"/>
          <p:nvPr/>
        </p:nvSpPr>
        <p:spPr>
          <a:xfrm>
            <a:off x="6654794" y="1139653"/>
            <a:ext cx="2504755" cy="3139321"/>
          </a:xfrm>
          <a:prstGeom prst="rect">
            <a:avLst/>
          </a:prstGeom>
          <a:noFill/>
          <a:ln>
            <a:noFill/>
          </a:ln>
        </p:spPr>
        <p:txBody>
          <a:bodyPr wrap="square" rtlCol="0">
            <a:spAutoFit/>
          </a:bodyPr>
          <a:lstStyle/>
          <a:p>
            <a:r>
              <a:rPr lang="en-US" dirty="0"/>
              <a:t>They dare disrupt my shipment of silk underwear. What? How else is one supposed to flaunt their wealth!? Thanks for helping recover my *cough* </a:t>
            </a:r>
            <a:r>
              <a:rPr lang="en-US" i="1" dirty="0"/>
              <a:t>supplies,</a:t>
            </a:r>
            <a:r>
              <a:rPr lang="en-US" dirty="0"/>
              <a:t> but ugh, the stench here is horrible.</a:t>
            </a:r>
            <a:br>
              <a:rPr lang="en-US" dirty="0"/>
            </a:br>
            <a:r>
              <a:rPr lang="en-US" b="1" dirty="0"/>
              <a:t>Let’s head to the ridge for some fresh air.</a:t>
            </a:r>
          </a:p>
        </p:txBody>
      </p:sp>
      <p:sp>
        <p:nvSpPr>
          <p:cNvPr id="9" name="TextBox 8">
            <a:extLst>
              <a:ext uri="{FF2B5EF4-FFF2-40B4-BE49-F238E27FC236}">
                <a16:creationId xmlns:a16="http://schemas.microsoft.com/office/drawing/2014/main" id="{BD564809-B6CE-A4B7-018F-DD900AC189B7}"/>
              </a:ext>
            </a:extLst>
          </p:cNvPr>
          <p:cNvSpPr txBox="1"/>
          <p:nvPr/>
        </p:nvSpPr>
        <p:spPr>
          <a:xfrm>
            <a:off x="8364923" y="3986962"/>
            <a:ext cx="753974" cy="523220"/>
          </a:xfrm>
          <a:prstGeom prst="rect">
            <a:avLst/>
          </a:prstGeom>
          <a:noFill/>
          <a:ln>
            <a:noFill/>
          </a:ln>
        </p:spPr>
        <p:txBody>
          <a:bodyPr wrap="square" rtlCol="0">
            <a:spAutoFit/>
          </a:bodyPr>
          <a:lstStyle/>
          <a:p>
            <a:pPr algn="r"/>
            <a:r>
              <a:rPr lang="en-US" sz="2800" b="1" dirty="0">
                <a:latin typeface="Harrington" panose="04040505050A02020702" pitchFamily="82" charset="0"/>
              </a:rPr>
              <a:t>13</a:t>
            </a:r>
          </a:p>
        </p:txBody>
      </p:sp>
      <p:pic>
        <p:nvPicPr>
          <p:cNvPr id="3" name="Picture 2" descr="A video game character wearing armor&#10;&#10;AI-generated content may be incorrect.">
            <a:extLst>
              <a:ext uri="{FF2B5EF4-FFF2-40B4-BE49-F238E27FC236}">
                <a16:creationId xmlns:a16="http://schemas.microsoft.com/office/drawing/2014/main" id="{FAEDE715-5917-C3C0-C3F4-8B5B9588EA26}"/>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3319" b="97345" l="9735" r="89971">
                        <a14:foregroundMark x1="50590" y1="3466" x2="42773" y2="10251"/>
                        <a14:foregroundMark x1="42773" y1="10251" x2="42478" y2="13717"/>
                        <a14:foregroundMark x1="24484" y1="95870" x2="34218" y2="90708"/>
                        <a14:foregroundMark x1="34218" y1="90708" x2="34218" y2="90265"/>
                        <a14:foregroundMark x1="75811" y1="97345" x2="69469" y2="89307"/>
                        <a14:foregroundMark x1="18879" y1="97345" x2="18879" y2="97345"/>
                        <a14:foregroundMark x1="20206" y1="96829" x2="22714" y2="96091"/>
                        <a14:foregroundMark x1="44690" y1="71681" x2="44690" y2="69838"/>
                        <a14:foregroundMark x1="77286" y1="64307" x2="76106" y2="65708"/>
                        <a14:foregroundMark x1="25074" y1="65855" x2="24189" y2="67920"/>
                        <a14:foregroundMark x1="24189" y1="65265" x2="23894" y2="64454"/>
                        <a14:backgroundMark x1="48083" y1="73599" x2="48820" y2="92920"/>
                        <a14:backgroundMark x1="43068" y1="71239" x2="43068" y2="71239"/>
                        <a14:backgroundMark x1="53097" y1="70428" x2="53097" y2="70428"/>
                        <a14:backgroundMark x1="76696" y1="60029" x2="76106" y2="61357"/>
                        <a14:backgroundMark x1="27434" y1="65413" x2="26401" y2="62537"/>
                        <a14:backgroundMark x1="67847" y1="34735" x2="68289" y2="35546"/>
                        <a14:backgroundMark x1="68289" y1="38348" x2="72566" y2="42330"/>
                        <a14:backgroundMark x1="75074" y1="44985" x2="73894" y2="43732"/>
                        <a14:backgroundMark x1="69764" y1="34440" x2="67994" y2="33333"/>
                        <a14:backgroundMark x1="31121" y1="33923" x2="30236" y2="35029"/>
                        <a14:backgroundMark x1="31711" y1="37537" x2="29941" y2="39971"/>
                        <a14:backgroundMark x1="31416" y1="37094" x2="31416" y2="36504"/>
                        <a14:backgroundMark x1="29941" y1="34587" x2="30531" y2="33333"/>
                        <a14:backgroundMark x1="73304" y1="65265" x2="72566" y2="61136"/>
                      </a14:backgroundRemoval>
                    </a14:imgEffect>
                    <a14:imgEffect>
                      <a14:artisticCutout trans="50000" numberOfShades="6"/>
                    </a14:imgEffect>
                  </a14:imgLayer>
                </a14:imgProps>
              </a:ext>
              <a:ext uri="{28A0092B-C50C-407E-A947-70E740481C1C}">
                <a14:useLocalDpi xmlns:a14="http://schemas.microsoft.com/office/drawing/2010/main" val="0"/>
              </a:ext>
            </a:extLst>
          </a:blip>
          <a:srcRect l="-5995" t="-160" r="-94458" b="160"/>
          <a:stretch>
            <a:fillRect/>
          </a:stretch>
        </p:blipFill>
        <p:spPr>
          <a:xfrm>
            <a:off x="0" y="581025"/>
            <a:ext cx="5956968" cy="5943600"/>
          </a:xfrm>
          <a:prstGeom prst="rect">
            <a:avLst/>
          </a:prstGeom>
          <a:effectLst>
            <a:softEdge rad="12700"/>
          </a:effectLst>
        </p:spPr>
      </p:pic>
      <p:pic>
        <p:nvPicPr>
          <p:cNvPr id="17" name="Picture 16">
            <a:extLst>
              <a:ext uri="{FF2B5EF4-FFF2-40B4-BE49-F238E27FC236}">
                <a16:creationId xmlns:a16="http://schemas.microsoft.com/office/drawing/2014/main" id="{F4DCF501-CD5D-3A85-B270-A048DD310BA5}"/>
              </a:ext>
            </a:extLst>
          </p:cNvPr>
          <p:cNvPicPr>
            <a:picLocks noChangeAspect="1"/>
          </p:cNvPicPr>
          <p:nvPr/>
        </p:nvPicPr>
        <p:blipFill>
          <a:blip r:embed="rId4"/>
          <a:srcRect l="2258" t="6897" r="5233" b="50530"/>
          <a:stretch>
            <a:fillRect/>
          </a:stretch>
        </p:blipFill>
        <p:spPr>
          <a:xfrm rot="10800000" flipH="1">
            <a:off x="2420773" y="3600448"/>
            <a:ext cx="3536193" cy="1528727"/>
          </a:xfrm>
          <a:prstGeom prst="rect">
            <a:avLst/>
          </a:prstGeom>
          <a:ln>
            <a:noFill/>
          </a:ln>
        </p:spPr>
      </p:pic>
      <p:pic>
        <p:nvPicPr>
          <p:cNvPr id="18" name="Picture 17">
            <a:extLst>
              <a:ext uri="{FF2B5EF4-FFF2-40B4-BE49-F238E27FC236}">
                <a16:creationId xmlns:a16="http://schemas.microsoft.com/office/drawing/2014/main" id="{74E3991A-04E1-2AC5-6A5C-EBBA042D68BC}"/>
              </a:ext>
            </a:extLst>
          </p:cNvPr>
          <p:cNvPicPr>
            <a:picLocks noChangeAspect="1"/>
          </p:cNvPicPr>
          <p:nvPr/>
        </p:nvPicPr>
        <p:blipFill>
          <a:blip r:embed="rId4"/>
          <a:srcRect l="2258" t="6897"/>
          <a:stretch>
            <a:fillRect/>
          </a:stretch>
        </p:blipFill>
        <p:spPr>
          <a:xfrm flipH="1">
            <a:off x="2220747" y="571500"/>
            <a:ext cx="3736218" cy="3343205"/>
          </a:xfrm>
          <a:prstGeom prst="rect">
            <a:avLst/>
          </a:prstGeom>
          <a:ln>
            <a:noFill/>
          </a:ln>
        </p:spPr>
      </p:pic>
      <p:pic>
        <p:nvPicPr>
          <p:cNvPr id="21" name="Picture 20">
            <a:extLst>
              <a:ext uri="{FF2B5EF4-FFF2-40B4-BE49-F238E27FC236}">
                <a16:creationId xmlns:a16="http://schemas.microsoft.com/office/drawing/2014/main" id="{CF7CE1C9-5892-C5CF-9C3C-7026390D4B37}"/>
              </a:ext>
            </a:extLst>
          </p:cNvPr>
          <p:cNvPicPr>
            <a:picLocks noChangeAspect="1"/>
          </p:cNvPicPr>
          <p:nvPr/>
        </p:nvPicPr>
        <p:blipFill>
          <a:blip r:embed="rId4"/>
          <a:srcRect l="2258" t="28305" b="53392"/>
          <a:stretch>
            <a:fillRect/>
          </a:stretch>
        </p:blipFill>
        <p:spPr>
          <a:xfrm flipH="1">
            <a:off x="2220747" y="2038350"/>
            <a:ext cx="3736218" cy="1695450"/>
          </a:xfrm>
          <a:prstGeom prst="rect">
            <a:avLst/>
          </a:prstGeom>
          <a:ln>
            <a:noFill/>
          </a:ln>
        </p:spPr>
      </p:pic>
      <p:pic>
        <p:nvPicPr>
          <p:cNvPr id="22" name="Picture 21">
            <a:extLst>
              <a:ext uri="{FF2B5EF4-FFF2-40B4-BE49-F238E27FC236}">
                <a16:creationId xmlns:a16="http://schemas.microsoft.com/office/drawing/2014/main" id="{89B7795A-8432-6FB8-D2F4-4C15A92C52E0}"/>
              </a:ext>
            </a:extLst>
          </p:cNvPr>
          <p:cNvPicPr>
            <a:picLocks noChangeAspect="1"/>
          </p:cNvPicPr>
          <p:nvPr/>
        </p:nvPicPr>
        <p:blipFill>
          <a:blip r:embed="rId4"/>
          <a:srcRect l="37997" t="48008" r="7931" b="13422"/>
          <a:stretch>
            <a:fillRect/>
          </a:stretch>
        </p:blipFill>
        <p:spPr>
          <a:xfrm rot="5242288" flipH="1">
            <a:off x="1573413" y="943147"/>
            <a:ext cx="2047877" cy="1384995"/>
          </a:xfrm>
          <a:prstGeom prst="rect">
            <a:avLst/>
          </a:prstGeom>
          <a:ln>
            <a:noFill/>
          </a:ln>
        </p:spPr>
      </p:pic>
      <p:sp>
        <p:nvSpPr>
          <p:cNvPr id="23" name="TextBox 22">
            <a:extLst>
              <a:ext uri="{FF2B5EF4-FFF2-40B4-BE49-F238E27FC236}">
                <a16:creationId xmlns:a16="http://schemas.microsoft.com/office/drawing/2014/main" id="{14BCE834-04E7-8EAB-00F5-38F74DAD3D41}"/>
              </a:ext>
            </a:extLst>
          </p:cNvPr>
          <p:cNvSpPr txBox="1"/>
          <p:nvPr/>
        </p:nvSpPr>
        <p:spPr>
          <a:xfrm>
            <a:off x="2950618" y="1014289"/>
            <a:ext cx="2606207" cy="3416320"/>
          </a:xfrm>
          <a:prstGeom prst="rect">
            <a:avLst/>
          </a:prstGeom>
          <a:noFill/>
          <a:ln>
            <a:noFill/>
          </a:ln>
        </p:spPr>
        <p:txBody>
          <a:bodyPr wrap="square" rtlCol="0">
            <a:spAutoFit/>
          </a:bodyPr>
          <a:lstStyle/>
          <a:p>
            <a:r>
              <a:rPr lang="en-US" dirty="0"/>
              <a:t>I need to head back to my duties and give the Queen an update on the bandits and centaur attacks. I heard from the guards that your friend </a:t>
            </a:r>
            <a:r>
              <a:rPr lang="en-US" b="1" dirty="0">
                <a:solidFill>
                  <a:schemeClr val="accent4">
                    <a:lumMod val="75000"/>
                  </a:schemeClr>
                </a:solidFill>
              </a:rPr>
              <a:t>Lord Faren </a:t>
            </a:r>
            <a:r>
              <a:rPr lang="en-US" dirty="0"/>
              <a:t>had recently departed out the hidden exit to the east.</a:t>
            </a:r>
            <a:r>
              <a:rPr lang="en-US" b="1" dirty="0"/>
              <a:t> </a:t>
            </a:r>
          </a:p>
          <a:p>
            <a:r>
              <a:rPr lang="en-US" b="1" dirty="0"/>
              <a:t>That is towards the Heartwoods, a troublesome spot.</a:t>
            </a:r>
          </a:p>
        </p:txBody>
      </p:sp>
      <p:sp>
        <p:nvSpPr>
          <p:cNvPr id="24" name="TextBox 23">
            <a:extLst>
              <a:ext uri="{FF2B5EF4-FFF2-40B4-BE49-F238E27FC236}">
                <a16:creationId xmlns:a16="http://schemas.microsoft.com/office/drawing/2014/main" id="{49424092-6714-0671-8593-2050BB3DE88C}"/>
              </a:ext>
            </a:extLst>
          </p:cNvPr>
          <p:cNvSpPr txBox="1"/>
          <p:nvPr/>
        </p:nvSpPr>
        <p:spPr>
          <a:xfrm>
            <a:off x="4599343" y="4269856"/>
            <a:ext cx="753974" cy="523220"/>
          </a:xfrm>
          <a:prstGeom prst="rect">
            <a:avLst/>
          </a:prstGeom>
          <a:noFill/>
          <a:ln>
            <a:noFill/>
          </a:ln>
        </p:spPr>
        <p:txBody>
          <a:bodyPr wrap="square" rtlCol="0">
            <a:spAutoFit/>
          </a:bodyPr>
          <a:lstStyle/>
          <a:p>
            <a:pPr algn="r"/>
            <a:r>
              <a:rPr lang="en-US" sz="2800" b="1" dirty="0">
                <a:latin typeface="Harrington" panose="04040505050A02020702" pitchFamily="82" charset="0"/>
              </a:rPr>
              <a:t>12</a:t>
            </a:r>
          </a:p>
        </p:txBody>
      </p:sp>
    </p:spTree>
    <p:extLst>
      <p:ext uri="{BB962C8B-B14F-4D97-AF65-F5344CB8AC3E}">
        <p14:creationId xmlns:p14="http://schemas.microsoft.com/office/powerpoint/2010/main" val="20943016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A9EC6-30A0-5BAF-8EC6-D8F251663FD7}"/>
            </a:ext>
          </a:extLst>
        </p:cNvPr>
        <p:cNvGrpSpPr/>
        <p:nvPr/>
      </p:nvGrpSpPr>
      <p:grpSpPr>
        <a:xfrm>
          <a:off x="0" y="0"/>
          <a:ext cx="0" cy="0"/>
          <a:chOff x="0" y="0"/>
          <a:chExt cx="0" cy="0"/>
        </a:xfrm>
      </p:grpSpPr>
      <p:pic>
        <p:nvPicPr>
          <p:cNvPr id="5" name="Picture 4" descr="A person in a garment&#10;&#10;AI-generated content may be incorrect.">
            <a:extLst>
              <a:ext uri="{FF2B5EF4-FFF2-40B4-BE49-F238E27FC236}">
                <a16:creationId xmlns:a16="http://schemas.microsoft.com/office/drawing/2014/main" id="{9504284C-89D8-F4A7-D027-866D0697A452}"/>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3" b="97659" l="9921" r="89683">
                        <a14:foregroundMark x1="52381" y1="2341" x2="42063" y2="10033"/>
                        <a14:foregroundMark x1="40683" y1="13815" x2="40476" y2="14381"/>
                        <a14:foregroundMark x1="42063" y1="10033" x2="40898" y2="13225"/>
                        <a14:foregroundMark x1="57937" y1="5518" x2="57540" y2="14716"/>
                        <a14:foregroundMark x1="57540" y1="14716" x2="58333" y2="15217"/>
                        <a14:foregroundMark x1="74206" y1="22241" x2="88492" y2="54181"/>
                        <a14:foregroundMark x1="88492" y1="54181" x2="88095" y2="55017"/>
                        <a14:foregroundMark x1="77057" y1="91806" x2="77381" y2="95652"/>
                        <a14:foregroundMark x1="77029" y1="91472" x2="77057" y2="91806"/>
                        <a14:foregroundMark x1="77001" y1="91137" x2="77029" y2="91472"/>
                        <a14:foregroundMark x1="75397" y1="72074" x2="77001" y2="91137"/>
                        <a14:foregroundMark x1="28571" y1="73077" x2="30952" y2="83612"/>
                        <a14:foregroundMark x1="30952" y1="83612" x2="22222" y2="93645"/>
                        <a14:foregroundMark x1="13492" y1="52843" x2="24206" y2="25251"/>
                        <a14:foregroundMark x1="17857" y1="26589" x2="19444" y2="21237"/>
                        <a14:foregroundMark x1="78571" y1="97659" x2="79762" y2="96154"/>
                        <a14:foregroundMark x1="88889" y1="39465" x2="83333" y2="34281"/>
                        <a14:foregroundMark x1="47222" y1="2843" x2="51984" y2="2676"/>
                        <a14:foregroundMark x1="59524" y1="7860" x2="59524" y2="9197"/>
                        <a14:foregroundMark x1="60317" y1="14214" x2="60317" y2="15050"/>
                        <a14:foregroundMark x1="80952" y1="27090" x2="80159" y2="24749"/>
                        <a14:foregroundMark x1="82143" y1="47659" x2="81746" y2="46656"/>
                        <a14:foregroundMark x1="78968" y1="92475" x2="78968" y2="92475"/>
                        <a14:foregroundMark x1="80159" y1="92809" x2="80159" y2="92809"/>
                        <a14:foregroundMark x1="80952" y1="93478" x2="80952" y2="93478"/>
                        <a14:foregroundMark x1="81746" y1="93144" x2="81746" y2="93144"/>
                        <a14:foregroundMark x1="83333" y1="96656" x2="83333" y2="96656"/>
                        <a14:foregroundMark x1="80556" y1="91304" x2="80556" y2="91304"/>
                        <a14:foregroundMark x1="78571" y1="89130" x2="78571" y2="89130"/>
                        <a14:foregroundMark x1="44841" y1="2007" x2="46825" y2="1338"/>
                        <a14:foregroundMark x1="49206" y1="1003" x2="51190" y2="1003"/>
                        <a14:foregroundMark x1="53175" y1="836" x2="53175" y2="836"/>
                        <a14:backgroundMark x1="45238" y1="1003" x2="45238" y2="502"/>
                        <a14:backgroundMark x1="49206" y1="59866" x2="46825" y2="91304"/>
                        <a14:backgroundMark x1="46825" y1="91304" x2="62302" y2="93813"/>
                        <a14:backgroundMark x1="79762" y1="83278" x2="81746" y2="76087"/>
                        <a14:backgroundMark x1="79365" y1="69064" x2="78571" y2="69732"/>
                        <a14:backgroundMark x1="78571" y1="52341" x2="73810" y2="46656"/>
                        <a14:backgroundMark x1="74603" y1="46321" x2="76190" y2="47324"/>
                        <a14:backgroundMark x1="78571" y1="47324" x2="75794" y2="46154"/>
                        <a14:backgroundMark x1="74603" y1="45652" x2="74603" y2="46321"/>
                        <a14:backgroundMark x1="11508" y1="31773" x2="7540" y2="36288"/>
                        <a14:backgroundMark x1="28571" y1="35619" x2="28571" y2="37124"/>
                        <a14:backgroundMark x1="28968" y1="38796" x2="29762" y2="39465"/>
                        <a14:backgroundMark x1="29365" y1="35953" x2="28175" y2="33946"/>
                        <a14:backgroundMark x1="11111" y1="57191" x2="14286" y2="56355"/>
                        <a14:backgroundMark x1="50000" y1="57023" x2="50794" y2="64047"/>
                        <a14:backgroundMark x1="50000" y1="56020" x2="50000" y2="58194"/>
                        <a14:backgroundMark x1="49603" y1="54849" x2="46825" y2="57023"/>
                        <a14:backgroundMark x1="54365" y1="68562" x2="59524" y2="71237"/>
                        <a14:backgroundMark x1="92063" y1="39465" x2="90873" y2="37793"/>
                        <a14:backgroundMark x1="54762" y1="65552" x2="54365" y2="63378"/>
                        <a14:backgroundMark x1="57143" y1="69732" x2="57143" y2="69732"/>
                        <a14:backgroundMark x1="40079" y1="12375" x2="38492" y2="11538"/>
                        <a14:backgroundMark x1="55556" y1="502" x2="55556" y2="502"/>
                        <a14:backgroundMark x1="46032" y1="334" x2="46032" y2="334"/>
                        <a14:backgroundMark x1="53968" y1="334" x2="53968" y2="334"/>
                        <a14:backgroundMark x1="81746" y1="91806" x2="81746" y2="91806"/>
                        <a14:backgroundMark x1="81746" y1="91472" x2="81746" y2="91472"/>
                        <a14:backgroundMark x1="80952" y1="91137" x2="80952" y2="91137"/>
                        <a14:backgroundMark x1="49206" y1="334" x2="49206" y2="334"/>
                      </a14:backgroundRemoval>
                    </a14:imgEffect>
                    <a14:imgEffect>
                      <a14:artisticCutout trans="50000" numberOfShades="6"/>
                    </a14:imgEffect>
                  </a14:imgLayer>
                </a14:imgProps>
              </a:ext>
              <a:ext uri="{28A0092B-C50C-407E-A947-70E740481C1C}">
                <a14:useLocalDpi xmlns:a14="http://schemas.microsoft.com/office/drawing/2010/main" val="0"/>
              </a:ext>
            </a:extLst>
          </a:blip>
          <a:srcRect l="-134175" r="-2730"/>
          <a:stretch>
            <a:fillRect/>
          </a:stretch>
        </p:blipFill>
        <p:spPr>
          <a:xfrm>
            <a:off x="6235033" y="581025"/>
            <a:ext cx="5686425" cy="5695950"/>
          </a:xfrm>
          <a:prstGeom prst="rect">
            <a:avLst/>
          </a:prstGeom>
          <a:effectLst>
            <a:softEdge rad="12700"/>
          </a:effectLst>
        </p:spPr>
      </p:pic>
      <p:pic>
        <p:nvPicPr>
          <p:cNvPr id="2" name="Picture 1">
            <a:extLst>
              <a:ext uri="{FF2B5EF4-FFF2-40B4-BE49-F238E27FC236}">
                <a16:creationId xmlns:a16="http://schemas.microsoft.com/office/drawing/2014/main" id="{8B1119C6-8FFA-88BA-3FF2-447CCCF011F3}"/>
              </a:ext>
            </a:extLst>
          </p:cNvPr>
          <p:cNvPicPr>
            <a:picLocks noChangeAspect="1"/>
          </p:cNvPicPr>
          <p:nvPr/>
        </p:nvPicPr>
        <p:blipFill>
          <a:blip r:embed="rId4"/>
          <a:srcRect l="2258" t="6897" r="8870" b="50530"/>
          <a:stretch>
            <a:fillRect/>
          </a:stretch>
        </p:blipFill>
        <p:spPr>
          <a:xfrm rot="10800000">
            <a:off x="6235032" y="3402274"/>
            <a:ext cx="3397157" cy="1528727"/>
          </a:xfrm>
          <a:prstGeom prst="rect">
            <a:avLst/>
          </a:prstGeom>
          <a:ln>
            <a:noFill/>
          </a:ln>
        </p:spPr>
      </p:pic>
      <p:pic>
        <p:nvPicPr>
          <p:cNvPr id="4" name="Picture 3">
            <a:extLst>
              <a:ext uri="{FF2B5EF4-FFF2-40B4-BE49-F238E27FC236}">
                <a16:creationId xmlns:a16="http://schemas.microsoft.com/office/drawing/2014/main" id="{27768084-AFD7-B01A-7DE0-1A84C6C5CDE5}"/>
              </a:ext>
            </a:extLst>
          </p:cNvPr>
          <p:cNvPicPr>
            <a:picLocks noChangeAspect="1"/>
          </p:cNvPicPr>
          <p:nvPr/>
        </p:nvPicPr>
        <p:blipFill>
          <a:blip r:embed="rId4"/>
          <a:srcRect l="5895" t="6897"/>
          <a:stretch>
            <a:fillRect/>
          </a:stretch>
        </p:blipFill>
        <p:spPr>
          <a:xfrm>
            <a:off x="6235033" y="590550"/>
            <a:ext cx="3597186" cy="3343205"/>
          </a:xfrm>
          <a:prstGeom prst="rect">
            <a:avLst/>
          </a:prstGeom>
          <a:ln>
            <a:noFill/>
          </a:ln>
        </p:spPr>
      </p:pic>
      <p:pic>
        <p:nvPicPr>
          <p:cNvPr id="6" name="Picture 5">
            <a:extLst>
              <a:ext uri="{FF2B5EF4-FFF2-40B4-BE49-F238E27FC236}">
                <a16:creationId xmlns:a16="http://schemas.microsoft.com/office/drawing/2014/main" id="{81ACA58E-1899-3EEE-37C2-18650A6664BF}"/>
              </a:ext>
            </a:extLst>
          </p:cNvPr>
          <p:cNvPicPr>
            <a:picLocks noChangeAspect="1"/>
          </p:cNvPicPr>
          <p:nvPr/>
        </p:nvPicPr>
        <p:blipFill>
          <a:blip r:embed="rId4"/>
          <a:srcRect l="5895" t="28305" b="53392"/>
          <a:stretch>
            <a:fillRect/>
          </a:stretch>
        </p:blipFill>
        <p:spPr>
          <a:xfrm>
            <a:off x="6235031" y="2057400"/>
            <a:ext cx="3597187" cy="1695450"/>
          </a:xfrm>
          <a:prstGeom prst="rect">
            <a:avLst/>
          </a:prstGeom>
          <a:ln>
            <a:noFill/>
          </a:ln>
        </p:spPr>
      </p:pic>
      <p:pic>
        <p:nvPicPr>
          <p:cNvPr id="7" name="Picture 6">
            <a:extLst>
              <a:ext uri="{FF2B5EF4-FFF2-40B4-BE49-F238E27FC236}">
                <a16:creationId xmlns:a16="http://schemas.microsoft.com/office/drawing/2014/main" id="{1D26F7AE-58E4-A8F6-FFF6-6CF5E205D702}"/>
              </a:ext>
            </a:extLst>
          </p:cNvPr>
          <p:cNvPicPr>
            <a:picLocks noChangeAspect="1"/>
          </p:cNvPicPr>
          <p:nvPr/>
        </p:nvPicPr>
        <p:blipFill>
          <a:blip r:embed="rId4"/>
          <a:srcRect l="37997" t="48008" r="7931" b="13422"/>
          <a:stretch>
            <a:fillRect/>
          </a:stretch>
        </p:blipFill>
        <p:spPr>
          <a:xfrm rot="16357712">
            <a:off x="8431676" y="962197"/>
            <a:ext cx="2047877" cy="1384995"/>
          </a:xfrm>
          <a:prstGeom prst="rect">
            <a:avLst/>
          </a:prstGeom>
          <a:ln>
            <a:noFill/>
          </a:ln>
        </p:spPr>
      </p:pic>
      <p:sp>
        <p:nvSpPr>
          <p:cNvPr id="8" name="TextBox 7">
            <a:extLst>
              <a:ext uri="{FF2B5EF4-FFF2-40B4-BE49-F238E27FC236}">
                <a16:creationId xmlns:a16="http://schemas.microsoft.com/office/drawing/2014/main" id="{9ADB540C-268B-5A20-0F98-A3C327A9B8AA}"/>
              </a:ext>
            </a:extLst>
          </p:cNvPr>
          <p:cNvSpPr txBox="1"/>
          <p:nvPr/>
        </p:nvSpPr>
        <p:spPr>
          <a:xfrm>
            <a:off x="6654794" y="1139653"/>
            <a:ext cx="2504755" cy="3139321"/>
          </a:xfrm>
          <a:prstGeom prst="rect">
            <a:avLst/>
          </a:prstGeom>
          <a:noFill/>
          <a:ln>
            <a:noFill/>
          </a:ln>
        </p:spPr>
        <p:txBody>
          <a:bodyPr wrap="square" rtlCol="0">
            <a:spAutoFit/>
          </a:bodyPr>
          <a:lstStyle/>
          <a:p>
            <a:r>
              <a:rPr lang="en-US" dirty="0"/>
              <a:t>First my silk, and now the BEER? These centaur have committed the most heinous of crimes! With this pattern my new armoire might be under attack… and of course, the people. </a:t>
            </a:r>
          </a:p>
          <a:p>
            <a:r>
              <a:rPr lang="en-US" b="1" dirty="0"/>
              <a:t>Let’s head north to the lumbermill.</a:t>
            </a:r>
          </a:p>
        </p:txBody>
      </p:sp>
      <p:sp>
        <p:nvSpPr>
          <p:cNvPr id="9" name="TextBox 8">
            <a:extLst>
              <a:ext uri="{FF2B5EF4-FFF2-40B4-BE49-F238E27FC236}">
                <a16:creationId xmlns:a16="http://schemas.microsoft.com/office/drawing/2014/main" id="{902506E7-A02C-1F8B-5D3D-4EAFE2020770}"/>
              </a:ext>
            </a:extLst>
          </p:cNvPr>
          <p:cNvSpPr txBox="1"/>
          <p:nvPr/>
        </p:nvSpPr>
        <p:spPr>
          <a:xfrm>
            <a:off x="8259128" y="3960942"/>
            <a:ext cx="753974" cy="523220"/>
          </a:xfrm>
          <a:prstGeom prst="rect">
            <a:avLst/>
          </a:prstGeom>
          <a:noFill/>
          <a:ln>
            <a:noFill/>
          </a:ln>
        </p:spPr>
        <p:txBody>
          <a:bodyPr wrap="square" rtlCol="0">
            <a:spAutoFit/>
          </a:bodyPr>
          <a:lstStyle/>
          <a:p>
            <a:pPr algn="r"/>
            <a:r>
              <a:rPr lang="en-US" sz="2800" b="1" dirty="0">
                <a:latin typeface="Harrington" panose="04040505050A02020702" pitchFamily="82" charset="0"/>
              </a:rPr>
              <a:t>15</a:t>
            </a:r>
          </a:p>
        </p:txBody>
      </p:sp>
      <p:pic>
        <p:nvPicPr>
          <p:cNvPr id="10" name="Picture 9" descr="A person in a garment&#10;&#10;AI-generated content may be incorrect.">
            <a:extLst>
              <a:ext uri="{FF2B5EF4-FFF2-40B4-BE49-F238E27FC236}">
                <a16:creationId xmlns:a16="http://schemas.microsoft.com/office/drawing/2014/main" id="{3AFD08DD-81D1-B970-7BB7-AF28E5937CB4}"/>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3" b="97659" l="9921" r="89683">
                        <a14:foregroundMark x1="52381" y1="2341" x2="42063" y2="10033"/>
                        <a14:foregroundMark x1="40683" y1="13815" x2="40476" y2="14381"/>
                        <a14:foregroundMark x1="42063" y1="10033" x2="40898" y2="13225"/>
                        <a14:foregroundMark x1="57937" y1="5518" x2="57540" y2="14716"/>
                        <a14:foregroundMark x1="57540" y1="14716" x2="58333" y2="15217"/>
                        <a14:foregroundMark x1="74206" y1="22241" x2="88492" y2="54181"/>
                        <a14:foregroundMark x1="88492" y1="54181" x2="88095" y2="55017"/>
                        <a14:foregroundMark x1="77057" y1="91806" x2="77381" y2="95652"/>
                        <a14:foregroundMark x1="77029" y1="91472" x2="77057" y2="91806"/>
                        <a14:foregroundMark x1="77001" y1="91137" x2="77029" y2="91472"/>
                        <a14:foregroundMark x1="75397" y1="72074" x2="77001" y2="91137"/>
                        <a14:foregroundMark x1="28571" y1="73077" x2="30952" y2="83612"/>
                        <a14:foregroundMark x1="30952" y1="83612" x2="22222" y2="93645"/>
                        <a14:foregroundMark x1="13492" y1="52843" x2="24206" y2="25251"/>
                        <a14:foregroundMark x1="17857" y1="26589" x2="19444" y2="21237"/>
                        <a14:foregroundMark x1="78571" y1="97659" x2="79762" y2="96154"/>
                        <a14:foregroundMark x1="88889" y1="39465" x2="83333" y2="34281"/>
                        <a14:foregroundMark x1="47222" y1="2843" x2="51984" y2="2676"/>
                        <a14:foregroundMark x1="59524" y1="7860" x2="59524" y2="9197"/>
                        <a14:foregroundMark x1="60317" y1="14214" x2="60317" y2="15050"/>
                        <a14:foregroundMark x1="80952" y1="27090" x2="80159" y2="24749"/>
                        <a14:foregroundMark x1="82143" y1="47659" x2="81746" y2="46656"/>
                        <a14:foregroundMark x1="78968" y1="92475" x2="78968" y2="92475"/>
                        <a14:foregroundMark x1="80159" y1="92809" x2="80159" y2="92809"/>
                        <a14:foregroundMark x1="80952" y1="93478" x2="80952" y2="93478"/>
                        <a14:foregroundMark x1="81746" y1="93144" x2="81746" y2="93144"/>
                        <a14:foregroundMark x1="83333" y1="96656" x2="83333" y2="96656"/>
                        <a14:foregroundMark x1="80556" y1="91304" x2="80556" y2="91304"/>
                        <a14:foregroundMark x1="78571" y1="89130" x2="78571" y2="89130"/>
                        <a14:foregroundMark x1="44841" y1="2007" x2="46825" y2="1338"/>
                        <a14:foregroundMark x1="49206" y1="1003" x2="51190" y2="1003"/>
                        <a14:foregroundMark x1="53175" y1="836" x2="53175" y2="836"/>
                        <a14:backgroundMark x1="45238" y1="1003" x2="45238" y2="502"/>
                        <a14:backgroundMark x1="49206" y1="59866" x2="46825" y2="91304"/>
                        <a14:backgroundMark x1="46825" y1="91304" x2="62302" y2="93813"/>
                        <a14:backgroundMark x1="79762" y1="83278" x2="81746" y2="76087"/>
                        <a14:backgroundMark x1="79365" y1="69064" x2="78571" y2="69732"/>
                        <a14:backgroundMark x1="78571" y1="52341" x2="73810" y2="46656"/>
                        <a14:backgroundMark x1="74603" y1="46321" x2="76190" y2="47324"/>
                        <a14:backgroundMark x1="78571" y1="47324" x2="75794" y2="46154"/>
                        <a14:backgroundMark x1="74603" y1="45652" x2="74603" y2="46321"/>
                        <a14:backgroundMark x1="11508" y1="31773" x2="7540" y2="36288"/>
                        <a14:backgroundMark x1="28571" y1="35619" x2="28571" y2="37124"/>
                        <a14:backgroundMark x1="28968" y1="38796" x2="29762" y2="39465"/>
                        <a14:backgroundMark x1="29365" y1="35953" x2="28175" y2="33946"/>
                        <a14:backgroundMark x1="11111" y1="57191" x2="14286" y2="56355"/>
                        <a14:backgroundMark x1="50000" y1="57023" x2="50794" y2="64047"/>
                        <a14:backgroundMark x1="50000" y1="56020" x2="50000" y2="58194"/>
                        <a14:backgroundMark x1="49603" y1="54849" x2="46825" y2="57023"/>
                        <a14:backgroundMark x1="54365" y1="68562" x2="59524" y2="71237"/>
                        <a14:backgroundMark x1="92063" y1="39465" x2="90873" y2="37793"/>
                        <a14:backgroundMark x1="54762" y1="65552" x2="54365" y2="63378"/>
                        <a14:backgroundMark x1="57143" y1="69732" x2="57143" y2="69732"/>
                        <a14:backgroundMark x1="40079" y1="12375" x2="38492" y2="11538"/>
                        <a14:backgroundMark x1="55556" y1="502" x2="55556" y2="502"/>
                        <a14:backgroundMark x1="46032" y1="334" x2="46032" y2="334"/>
                        <a14:backgroundMark x1="53968" y1="334" x2="53968" y2="334"/>
                        <a14:backgroundMark x1="81746" y1="91806" x2="81746" y2="91806"/>
                        <a14:backgroundMark x1="81746" y1="91472" x2="81746" y2="91472"/>
                        <a14:backgroundMark x1="80952" y1="91137" x2="80952" y2="91137"/>
                        <a14:backgroundMark x1="49206" y1="334" x2="49206" y2="334"/>
                      </a14:backgroundRemoval>
                    </a14:imgEffect>
                    <a14:imgEffect>
                      <a14:artisticCutout trans="50000" numberOfShades="6"/>
                    </a14:imgEffect>
                  </a14:imgLayer>
                </a14:imgProps>
              </a:ext>
              <a:ext uri="{28A0092B-C50C-407E-A947-70E740481C1C}">
                <a14:useLocalDpi xmlns:a14="http://schemas.microsoft.com/office/drawing/2010/main" val="0"/>
              </a:ext>
            </a:extLst>
          </a:blip>
          <a:srcRect l="-8463" t="-334" r="-128442" b="334"/>
          <a:stretch>
            <a:fillRect/>
          </a:stretch>
        </p:blipFill>
        <p:spPr>
          <a:xfrm>
            <a:off x="309562" y="571500"/>
            <a:ext cx="5686425" cy="5695950"/>
          </a:xfrm>
          <a:prstGeom prst="rect">
            <a:avLst/>
          </a:prstGeom>
          <a:effectLst>
            <a:softEdge rad="12700"/>
          </a:effectLst>
        </p:spPr>
      </p:pic>
      <p:pic>
        <p:nvPicPr>
          <p:cNvPr id="11" name="Picture 10">
            <a:extLst>
              <a:ext uri="{FF2B5EF4-FFF2-40B4-BE49-F238E27FC236}">
                <a16:creationId xmlns:a16="http://schemas.microsoft.com/office/drawing/2014/main" id="{0ED412F0-B18F-124C-8558-69070C546E50}"/>
              </a:ext>
            </a:extLst>
          </p:cNvPr>
          <p:cNvPicPr>
            <a:picLocks noChangeAspect="1"/>
          </p:cNvPicPr>
          <p:nvPr/>
        </p:nvPicPr>
        <p:blipFill>
          <a:blip r:embed="rId4"/>
          <a:srcRect l="2258" t="6897" r="6679" b="50530"/>
          <a:stretch>
            <a:fillRect/>
          </a:stretch>
        </p:blipFill>
        <p:spPr>
          <a:xfrm rot="10800000" flipH="1">
            <a:off x="2515054" y="2955435"/>
            <a:ext cx="3480933" cy="1528727"/>
          </a:xfrm>
          <a:prstGeom prst="rect">
            <a:avLst/>
          </a:prstGeom>
          <a:ln>
            <a:noFill/>
          </a:ln>
        </p:spPr>
      </p:pic>
      <p:pic>
        <p:nvPicPr>
          <p:cNvPr id="12" name="Picture 11">
            <a:extLst>
              <a:ext uri="{FF2B5EF4-FFF2-40B4-BE49-F238E27FC236}">
                <a16:creationId xmlns:a16="http://schemas.microsoft.com/office/drawing/2014/main" id="{CB568603-958C-49CF-8402-06C2167A6554}"/>
              </a:ext>
            </a:extLst>
          </p:cNvPr>
          <p:cNvPicPr>
            <a:picLocks noChangeAspect="1"/>
          </p:cNvPicPr>
          <p:nvPr/>
        </p:nvPicPr>
        <p:blipFill>
          <a:blip r:embed="rId4"/>
          <a:srcRect l="5895" t="6897"/>
          <a:stretch>
            <a:fillRect/>
          </a:stretch>
        </p:blipFill>
        <p:spPr>
          <a:xfrm flipH="1">
            <a:off x="2315028" y="571500"/>
            <a:ext cx="3597186" cy="3343205"/>
          </a:xfrm>
          <a:prstGeom prst="rect">
            <a:avLst/>
          </a:prstGeom>
          <a:ln>
            <a:noFill/>
          </a:ln>
        </p:spPr>
      </p:pic>
      <p:pic>
        <p:nvPicPr>
          <p:cNvPr id="13" name="Picture 12">
            <a:extLst>
              <a:ext uri="{FF2B5EF4-FFF2-40B4-BE49-F238E27FC236}">
                <a16:creationId xmlns:a16="http://schemas.microsoft.com/office/drawing/2014/main" id="{189D4785-AC62-AD01-3977-1B3A36D66EBE}"/>
              </a:ext>
            </a:extLst>
          </p:cNvPr>
          <p:cNvPicPr>
            <a:picLocks noChangeAspect="1"/>
          </p:cNvPicPr>
          <p:nvPr/>
        </p:nvPicPr>
        <p:blipFill>
          <a:blip r:embed="rId4"/>
          <a:srcRect l="4066" t="28305" b="53392"/>
          <a:stretch>
            <a:fillRect/>
          </a:stretch>
        </p:blipFill>
        <p:spPr>
          <a:xfrm flipH="1">
            <a:off x="2315028" y="2038350"/>
            <a:ext cx="3667096" cy="1695450"/>
          </a:xfrm>
          <a:prstGeom prst="rect">
            <a:avLst/>
          </a:prstGeom>
          <a:ln>
            <a:noFill/>
          </a:ln>
        </p:spPr>
      </p:pic>
      <p:pic>
        <p:nvPicPr>
          <p:cNvPr id="14" name="Picture 13">
            <a:extLst>
              <a:ext uri="{FF2B5EF4-FFF2-40B4-BE49-F238E27FC236}">
                <a16:creationId xmlns:a16="http://schemas.microsoft.com/office/drawing/2014/main" id="{4AC4EE1E-12EE-48FD-9359-AB980A0C22CB}"/>
              </a:ext>
            </a:extLst>
          </p:cNvPr>
          <p:cNvPicPr>
            <a:picLocks noChangeAspect="1"/>
          </p:cNvPicPr>
          <p:nvPr/>
        </p:nvPicPr>
        <p:blipFill>
          <a:blip r:embed="rId4"/>
          <a:srcRect l="37997" t="48008" r="7931" b="13422"/>
          <a:stretch>
            <a:fillRect/>
          </a:stretch>
        </p:blipFill>
        <p:spPr>
          <a:xfrm rot="5242288" flipH="1">
            <a:off x="1667694" y="943147"/>
            <a:ext cx="2047877" cy="1384995"/>
          </a:xfrm>
          <a:prstGeom prst="rect">
            <a:avLst/>
          </a:prstGeom>
          <a:ln>
            <a:noFill/>
          </a:ln>
        </p:spPr>
      </p:pic>
      <p:sp>
        <p:nvSpPr>
          <p:cNvPr id="15" name="TextBox 14">
            <a:extLst>
              <a:ext uri="{FF2B5EF4-FFF2-40B4-BE49-F238E27FC236}">
                <a16:creationId xmlns:a16="http://schemas.microsoft.com/office/drawing/2014/main" id="{94378E9C-EEAB-3C99-FDFF-9C9B1FEC199F}"/>
              </a:ext>
            </a:extLst>
          </p:cNvPr>
          <p:cNvSpPr txBox="1"/>
          <p:nvPr/>
        </p:nvSpPr>
        <p:spPr>
          <a:xfrm>
            <a:off x="2971989" y="1037308"/>
            <a:ext cx="2654558" cy="2862322"/>
          </a:xfrm>
          <a:prstGeom prst="rect">
            <a:avLst/>
          </a:prstGeom>
          <a:noFill/>
          <a:ln>
            <a:noFill/>
          </a:ln>
        </p:spPr>
        <p:txBody>
          <a:bodyPr wrap="square" rtlCol="0">
            <a:spAutoFit/>
          </a:bodyPr>
          <a:lstStyle/>
          <a:p>
            <a:r>
              <a:rPr lang="en-US" dirty="0"/>
              <a:t>Well, I think it smells worse here then back in that pigsty those hoofed buffoons were using. That swamp is terrifying, lets avoid it for now, but </a:t>
            </a:r>
          </a:p>
          <a:p>
            <a:r>
              <a:rPr lang="en-US" dirty="0"/>
              <a:t>I do know a good place to get a refreshing drink.</a:t>
            </a:r>
          </a:p>
          <a:p>
            <a:r>
              <a:rPr lang="en-US" b="1" dirty="0"/>
              <a:t>Can we head to the Eldvin Monastery?</a:t>
            </a:r>
          </a:p>
        </p:txBody>
      </p:sp>
      <p:sp>
        <p:nvSpPr>
          <p:cNvPr id="16" name="TextBox 15">
            <a:extLst>
              <a:ext uri="{FF2B5EF4-FFF2-40B4-BE49-F238E27FC236}">
                <a16:creationId xmlns:a16="http://schemas.microsoft.com/office/drawing/2014/main" id="{9B79C382-9DC9-45AF-DB9E-8D4772C59D9D}"/>
              </a:ext>
            </a:extLst>
          </p:cNvPr>
          <p:cNvSpPr txBox="1"/>
          <p:nvPr/>
        </p:nvSpPr>
        <p:spPr>
          <a:xfrm>
            <a:off x="4615109" y="3640189"/>
            <a:ext cx="753974" cy="523220"/>
          </a:xfrm>
          <a:prstGeom prst="rect">
            <a:avLst/>
          </a:prstGeom>
          <a:noFill/>
          <a:ln>
            <a:noFill/>
          </a:ln>
        </p:spPr>
        <p:txBody>
          <a:bodyPr wrap="square" rtlCol="0">
            <a:spAutoFit/>
          </a:bodyPr>
          <a:lstStyle/>
          <a:p>
            <a:pPr algn="r"/>
            <a:r>
              <a:rPr lang="en-US" sz="2800" b="1" dirty="0">
                <a:latin typeface="Harrington" panose="04040505050A02020702" pitchFamily="82" charset="0"/>
              </a:rPr>
              <a:t>14</a:t>
            </a:r>
          </a:p>
        </p:txBody>
      </p:sp>
    </p:spTree>
    <p:extLst>
      <p:ext uri="{BB962C8B-B14F-4D97-AF65-F5344CB8AC3E}">
        <p14:creationId xmlns:p14="http://schemas.microsoft.com/office/powerpoint/2010/main" val="40303718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28746-1E83-7A7B-E732-73E55A42821E}"/>
            </a:ext>
          </a:extLst>
        </p:cNvPr>
        <p:cNvGrpSpPr/>
        <p:nvPr/>
      </p:nvGrpSpPr>
      <p:grpSpPr>
        <a:xfrm>
          <a:off x="0" y="0"/>
          <a:ext cx="0" cy="0"/>
          <a:chOff x="0" y="0"/>
          <a:chExt cx="0" cy="0"/>
        </a:xfrm>
      </p:grpSpPr>
      <p:pic>
        <p:nvPicPr>
          <p:cNvPr id="5" name="Picture 4" descr="A person in a garment&#10;&#10;AI-generated content may be incorrect.">
            <a:extLst>
              <a:ext uri="{FF2B5EF4-FFF2-40B4-BE49-F238E27FC236}">
                <a16:creationId xmlns:a16="http://schemas.microsoft.com/office/drawing/2014/main" id="{741266DE-7842-02D9-2275-ABA9960CD286}"/>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3" b="97659" l="9921" r="89683">
                        <a14:foregroundMark x1="52381" y1="2341" x2="42063" y2="10033"/>
                        <a14:foregroundMark x1="40683" y1="13815" x2="40476" y2="14381"/>
                        <a14:foregroundMark x1="42063" y1="10033" x2="40898" y2="13225"/>
                        <a14:foregroundMark x1="57937" y1="5518" x2="57540" y2="14716"/>
                        <a14:foregroundMark x1="57540" y1="14716" x2="58333" y2="15217"/>
                        <a14:foregroundMark x1="74206" y1="22241" x2="88492" y2="54181"/>
                        <a14:foregroundMark x1="88492" y1="54181" x2="88095" y2="55017"/>
                        <a14:foregroundMark x1="77057" y1="91806" x2="77381" y2="95652"/>
                        <a14:foregroundMark x1="77029" y1="91472" x2="77057" y2="91806"/>
                        <a14:foregroundMark x1="77001" y1="91137" x2="77029" y2="91472"/>
                        <a14:foregroundMark x1="75397" y1="72074" x2="77001" y2="91137"/>
                        <a14:foregroundMark x1="28571" y1="73077" x2="30952" y2="83612"/>
                        <a14:foregroundMark x1="30952" y1="83612" x2="22222" y2="93645"/>
                        <a14:foregroundMark x1="13492" y1="52843" x2="24206" y2="25251"/>
                        <a14:foregroundMark x1="17857" y1="26589" x2="19444" y2="21237"/>
                        <a14:foregroundMark x1="78571" y1="97659" x2="79762" y2="96154"/>
                        <a14:foregroundMark x1="88889" y1="39465" x2="83333" y2="34281"/>
                        <a14:foregroundMark x1="47222" y1="2843" x2="51984" y2="2676"/>
                        <a14:foregroundMark x1="59524" y1="7860" x2="59524" y2="9197"/>
                        <a14:foregroundMark x1="60317" y1="14214" x2="60317" y2="15050"/>
                        <a14:foregroundMark x1="80952" y1="27090" x2="80159" y2="24749"/>
                        <a14:foregroundMark x1="82143" y1="47659" x2="81746" y2="46656"/>
                        <a14:foregroundMark x1="78968" y1="92475" x2="78968" y2="92475"/>
                        <a14:foregroundMark x1="80159" y1="92809" x2="80159" y2="92809"/>
                        <a14:foregroundMark x1="80952" y1="93478" x2="80952" y2="93478"/>
                        <a14:foregroundMark x1="81746" y1="93144" x2="81746" y2="93144"/>
                        <a14:foregroundMark x1="83333" y1="96656" x2="83333" y2="96656"/>
                        <a14:foregroundMark x1="80556" y1="91304" x2="80556" y2="91304"/>
                        <a14:foregroundMark x1="78571" y1="89130" x2="78571" y2="89130"/>
                        <a14:foregroundMark x1="44841" y1="2007" x2="46825" y2="1338"/>
                        <a14:foregroundMark x1="49206" y1="1003" x2="51190" y2="1003"/>
                        <a14:foregroundMark x1="53175" y1="836" x2="53175" y2="836"/>
                        <a14:backgroundMark x1="45238" y1="1003" x2="45238" y2="502"/>
                        <a14:backgroundMark x1="49206" y1="59866" x2="46825" y2="91304"/>
                        <a14:backgroundMark x1="46825" y1="91304" x2="62302" y2="93813"/>
                        <a14:backgroundMark x1="79762" y1="83278" x2="81746" y2="76087"/>
                        <a14:backgroundMark x1="79365" y1="69064" x2="78571" y2="69732"/>
                        <a14:backgroundMark x1="78571" y1="52341" x2="73810" y2="46656"/>
                        <a14:backgroundMark x1="74603" y1="46321" x2="76190" y2="47324"/>
                        <a14:backgroundMark x1="78571" y1="47324" x2="75794" y2="46154"/>
                        <a14:backgroundMark x1="74603" y1="45652" x2="74603" y2="46321"/>
                        <a14:backgroundMark x1="11508" y1="31773" x2="7540" y2="36288"/>
                        <a14:backgroundMark x1="28571" y1="35619" x2="28571" y2="37124"/>
                        <a14:backgroundMark x1="28968" y1="38796" x2="29762" y2="39465"/>
                        <a14:backgroundMark x1="29365" y1="35953" x2="28175" y2="33946"/>
                        <a14:backgroundMark x1="11111" y1="57191" x2="14286" y2="56355"/>
                        <a14:backgroundMark x1="50000" y1="57023" x2="50794" y2="64047"/>
                        <a14:backgroundMark x1="50000" y1="56020" x2="50000" y2="58194"/>
                        <a14:backgroundMark x1="49603" y1="54849" x2="46825" y2="57023"/>
                        <a14:backgroundMark x1="54365" y1="68562" x2="59524" y2="71237"/>
                        <a14:backgroundMark x1="92063" y1="39465" x2="90873" y2="37793"/>
                        <a14:backgroundMark x1="54762" y1="65552" x2="54365" y2="63378"/>
                        <a14:backgroundMark x1="57143" y1="69732" x2="57143" y2="69732"/>
                        <a14:backgroundMark x1="40079" y1="12375" x2="38492" y2="11538"/>
                        <a14:backgroundMark x1="55556" y1="502" x2="55556" y2="502"/>
                        <a14:backgroundMark x1="46032" y1="334" x2="46032" y2="334"/>
                        <a14:backgroundMark x1="53968" y1="334" x2="53968" y2="334"/>
                        <a14:backgroundMark x1="81746" y1="91806" x2="81746" y2="91806"/>
                        <a14:backgroundMark x1="81746" y1="91472" x2="81746" y2="91472"/>
                        <a14:backgroundMark x1="80952" y1="91137" x2="80952" y2="91137"/>
                        <a14:backgroundMark x1="49206" y1="334" x2="49206" y2="334"/>
                      </a14:backgroundRemoval>
                    </a14:imgEffect>
                    <a14:imgEffect>
                      <a14:artisticCutout trans="50000" numberOfShades="6"/>
                    </a14:imgEffect>
                  </a14:imgLayer>
                </a14:imgProps>
              </a:ext>
              <a:ext uri="{28A0092B-C50C-407E-A947-70E740481C1C}">
                <a14:useLocalDpi xmlns:a14="http://schemas.microsoft.com/office/drawing/2010/main" val="0"/>
              </a:ext>
            </a:extLst>
          </a:blip>
          <a:srcRect l="-134175" r="-2730"/>
          <a:stretch>
            <a:fillRect/>
          </a:stretch>
        </p:blipFill>
        <p:spPr>
          <a:xfrm>
            <a:off x="6235033" y="581025"/>
            <a:ext cx="5686425" cy="5695950"/>
          </a:xfrm>
          <a:prstGeom prst="rect">
            <a:avLst/>
          </a:prstGeom>
          <a:effectLst>
            <a:softEdge rad="12700"/>
          </a:effectLst>
        </p:spPr>
      </p:pic>
      <p:pic>
        <p:nvPicPr>
          <p:cNvPr id="2" name="Picture 1">
            <a:extLst>
              <a:ext uri="{FF2B5EF4-FFF2-40B4-BE49-F238E27FC236}">
                <a16:creationId xmlns:a16="http://schemas.microsoft.com/office/drawing/2014/main" id="{27C4BCB1-25A9-B422-5EF4-D6A0E8794283}"/>
              </a:ext>
            </a:extLst>
          </p:cNvPr>
          <p:cNvPicPr>
            <a:picLocks noChangeAspect="1"/>
          </p:cNvPicPr>
          <p:nvPr/>
        </p:nvPicPr>
        <p:blipFill>
          <a:blip r:embed="rId4"/>
          <a:srcRect l="2258" t="6897" r="8870" b="50530"/>
          <a:stretch>
            <a:fillRect/>
          </a:stretch>
        </p:blipFill>
        <p:spPr>
          <a:xfrm rot="10800000">
            <a:off x="6235032" y="3402274"/>
            <a:ext cx="3397157" cy="1528727"/>
          </a:xfrm>
          <a:prstGeom prst="rect">
            <a:avLst/>
          </a:prstGeom>
          <a:ln>
            <a:noFill/>
          </a:ln>
        </p:spPr>
      </p:pic>
      <p:pic>
        <p:nvPicPr>
          <p:cNvPr id="4" name="Picture 3">
            <a:extLst>
              <a:ext uri="{FF2B5EF4-FFF2-40B4-BE49-F238E27FC236}">
                <a16:creationId xmlns:a16="http://schemas.microsoft.com/office/drawing/2014/main" id="{FEFD2F47-C6CC-3B30-5A98-E814E00E996C}"/>
              </a:ext>
            </a:extLst>
          </p:cNvPr>
          <p:cNvPicPr>
            <a:picLocks noChangeAspect="1"/>
          </p:cNvPicPr>
          <p:nvPr/>
        </p:nvPicPr>
        <p:blipFill>
          <a:blip r:embed="rId4"/>
          <a:srcRect l="5895" t="6897"/>
          <a:stretch>
            <a:fillRect/>
          </a:stretch>
        </p:blipFill>
        <p:spPr>
          <a:xfrm>
            <a:off x="6235033" y="590550"/>
            <a:ext cx="3597186" cy="3343205"/>
          </a:xfrm>
          <a:prstGeom prst="rect">
            <a:avLst/>
          </a:prstGeom>
          <a:ln>
            <a:noFill/>
          </a:ln>
        </p:spPr>
      </p:pic>
      <p:pic>
        <p:nvPicPr>
          <p:cNvPr id="6" name="Picture 5">
            <a:extLst>
              <a:ext uri="{FF2B5EF4-FFF2-40B4-BE49-F238E27FC236}">
                <a16:creationId xmlns:a16="http://schemas.microsoft.com/office/drawing/2014/main" id="{FBB5AFFD-D940-38CD-F373-C3AF47AD4585}"/>
              </a:ext>
            </a:extLst>
          </p:cNvPr>
          <p:cNvPicPr>
            <a:picLocks noChangeAspect="1"/>
          </p:cNvPicPr>
          <p:nvPr/>
        </p:nvPicPr>
        <p:blipFill>
          <a:blip r:embed="rId4"/>
          <a:srcRect l="5895" t="28305" b="53392"/>
          <a:stretch>
            <a:fillRect/>
          </a:stretch>
        </p:blipFill>
        <p:spPr>
          <a:xfrm>
            <a:off x="6235031" y="2057400"/>
            <a:ext cx="3597187" cy="1695450"/>
          </a:xfrm>
          <a:prstGeom prst="rect">
            <a:avLst/>
          </a:prstGeom>
          <a:ln>
            <a:noFill/>
          </a:ln>
        </p:spPr>
      </p:pic>
      <p:pic>
        <p:nvPicPr>
          <p:cNvPr id="7" name="Picture 6">
            <a:extLst>
              <a:ext uri="{FF2B5EF4-FFF2-40B4-BE49-F238E27FC236}">
                <a16:creationId xmlns:a16="http://schemas.microsoft.com/office/drawing/2014/main" id="{1ACBADC4-B050-51E0-7962-C19169803669}"/>
              </a:ext>
            </a:extLst>
          </p:cNvPr>
          <p:cNvPicPr>
            <a:picLocks noChangeAspect="1"/>
          </p:cNvPicPr>
          <p:nvPr/>
        </p:nvPicPr>
        <p:blipFill>
          <a:blip r:embed="rId4"/>
          <a:srcRect l="37997" t="48008" r="7931" b="13422"/>
          <a:stretch>
            <a:fillRect/>
          </a:stretch>
        </p:blipFill>
        <p:spPr>
          <a:xfrm rot="16357712">
            <a:off x="8431676" y="962197"/>
            <a:ext cx="2047877" cy="1384995"/>
          </a:xfrm>
          <a:prstGeom prst="rect">
            <a:avLst/>
          </a:prstGeom>
          <a:ln>
            <a:noFill/>
          </a:ln>
        </p:spPr>
      </p:pic>
      <p:sp>
        <p:nvSpPr>
          <p:cNvPr id="8" name="TextBox 7">
            <a:extLst>
              <a:ext uri="{FF2B5EF4-FFF2-40B4-BE49-F238E27FC236}">
                <a16:creationId xmlns:a16="http://schemas.microsoft.com/office/drawing/2014/main" id="{E2AB0014-2C74-A44A-D920-187908674594}"/>
              </a:ext>
            </a:extLst>
          </p:cNvPr>
          <p:cNvSpPr txBox="1"/>
          <p:nvPr/>
        </p:nvSpPr>
        <p:spPr>
          <a:xfrm>
            <a:off x="6654794" y="1139653"/>
            <a:ext cx="2504755" cy="3139321"/>
          </a:xfrm>
          <a:prstGeom prst="rect">
            <a:avLst/>
          </a:prstGeom>
          <a:noFill/>
          <a:ln>
            <a:noFill/>
          </a:ln>
        </p:spPr>
        <p:txBody>
          <a:bodyPr wrap="square" rtlCol="0">
            <a:spAutoFit/>
          </a:bodyPr>
          <a:lstStyle/>
          <a:p>
            <a:r>
              <a:rPr lang="en-US" dirty="0"/>
              <a:t>I can’t believe there is a bandits den so close to Divinity’s Reach. And look here…someone left their ledgers on the table. Ohh my...please go find </a:t>
            </a:r>
            <a:r>
              <a:rPr lang="en-US" b="1" dirty="0">
                <a:solidFill>
                  <a:schemeClr val="accent4">
                    <a:lumMod val="75000"/>
                  </a:schemeClr>
                </a:solidFill>
              </a:rPr>
              <a:t>Logan</a:t>
            </a:r>
            <a:r>
              <a:rPr lang="en-US" dirty="0"/>
              <a:t>. One of the lumbermill workers said </a:t>
            </a:r>
            <a:r>
              <a:rPr lang="en-US" b="1" dirty="0"/>
              <a:t>he was headed east towards Beetletun.</a:t>
            </a:r>
          </a:p>
        </p:txBody>
      </p:sp>
      <p:sp>
        <p:nvSpPr>
          <p:cNvPr id="9" name="TextBox 8">
            <a:extLst>
              <a:ext uri="{FF2B5EF4-FFF2-40B4-BE49-F238E27FC236}">
                <a16:creationId xmlns:a16="http://schemas.microsoft.com/office/drawing/2014/main" id="{68663503-9AD8-C408-A1A1-A293244D747A}"/>
              </a:ext>
            </a:extLst>
          </p:cNvPr>
          <p:cNvSpPr txBox="1"/>
          <p:nvPr/>
        </p:nvSpPr>
        <p:spPr>
          <a:xfrm>
            <a:off x="8259128" y="3960942"/>
            <a:ext cx="753974" cy="523220"/>
          </a:xfrm>
          <a:prstGeom prst="rect">
            <a:avLst/>
          </a:prstGeom>
          <a:noFill/>
          <a:ln>
            <a:noFill/>
          </a:ln>
        </p:spPr>
        <p:txBody>
          <a:bodyPr wrap="square" rtlCol="0">
            <a:spAutoFit/>
          </a:bodyPr>
          <a:lstStyle/>
          <a:p>
            <a:pPr algn="r"/>
            <a:r>
              <a:rPr lang="en-US" sz="2800" b="1" dirty="0">
                <a:latin typeface="Harrington" panose="04040505050A02020702" pitchFamily="82" charset="0"/>
              </a:rPr>
              <a:t>17</a:t>
            </a:r>
          </a:p>
        </p:txBody>
      </p:sp>
      <p:pic>
        <p:nvPicPr>
          <p:cNvPr id="10" name="Picture 9" descr="A person in a garment&#10;&#10;AI-generated content may be incorrect.">
            <a:extLst>
              <a:ext uri="{FF2B5EF4-FFF2-40B4-BE49-F238E27FC236}">
                <a16:creationId xmlns:a16="http://schemas.microsoft.com/office/drawing/2014/main" id="{C81E9B78-0934-96F1-32C9-B110CC73E7CF}"/>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3" b="97659" l="9921" r="89683">
                        <a14:foregroundMark x1="52381" y1="2341" x2="42063" y2="10033"/>
                        <a14:foregroundMark x1="40683" y1="13815" x2="40476" y2="14381"/>
                        <a14:foregroundMark x1="42063" y1="10033" x2="40898" y2="13225"/>
                        <a14:foregroundMark x1="57937" y1="5518" x2="57540" y2="14716"/>
                        <a14:foregroundMark x1="57540" y1="14716" x2="58333" y2="15217"/>
                        <a14:foregroundMark x1="74206" y1="22241" x2="88492" y2="54181"/>
                        <a14:foregroundMark x1="88492" y1="54181" x2="88095" y2="55017"/>
                        <a14:foregroundMark x1="77057" y1="91806" x2="77381" y2="95652"/>
                        <a14:foregroundMark x1="77029" y1="91472" x2="77057" y2="91806"/>
                        <a14:foregroundMark x1="77001" y1="91137" x2="77029" y2="91472"/>
                        <a14:foregroundMark x1="75397" y1="72074" x2="77001" y2="91137"/>
                        <a14:foregroundMark x1="28571" y1="73077" x2="30952" y2="83612"/>
                        <a14:foregroundMark x1="30952" y1="83612" x2="22222" y2="93645"/>
                        <a14:foregroundMark x1="13492" y1="52843" x2="24206" y2="25251"/>
                        <a14:foregroundMark x1="17857" y1="26589" x2="19444" y2="21237"/>
                        <a14:foregroundMark x1="78571" y1="97659" x2="79762" y2="96154"/>
                        <a14:foregroundMark x1="88889" y1="39465" x2="83333" y2="34281"/>
                        <a14:foregroundMark x1="47222" y1="2843" x2="51984" y2="2676"/>
                        <a14:foregroundMark x1="59524" y1="7860" x2="59524" y2="9197"/>
                        <a14:foregroundMark x1="60317" y1="14214" x2="60317" y2="15050"/>
                        <a14:foregroundMark x1="80952" y1="27090" x2="80159" y2="24749"/>
                        <a14:foregroundMark x1="82143" y1="47659" x2="81746" y2="46656"/>
                        <a14:foregroundMark x1="78968" y1="92475" x2="78968" y2="92475"/>
                        <a14:foregroundMark x1="80159" y1="92809" x2="80159" y2="92809"/>
                        <a14:foregroundMark x1="80952" y1="93478" x2="80952" y2="93478"/>
                        <a14:foregroundMark x1="81746" y1="93144" x2="81746" y2="93144"/>
                        <a14:foregroundMark x1="83333" y1="96656" x2="83333" y2="96656"/>
                        <a14:foregroundMark x1="80556" y1="91304" x2="80556" y2="91304"/>
                        <a14:foregroundMark x1="78571" y1="89130" x2="78571" y2="89130"/>
                        <a14:foregroundMark x1="44841" y1="2007" x2="46825" y2="1338"/>
                        <a14:foregroundMark x1="49206" y1="1003" x2="51190" y2="1003"/>
                        <a14:foregroundMark x1="53175" y1="836" x2="53175" y2="836"/>
                        <a14:backgroundMark x1="45238" y1="1003" x2="45238" y2="502"/>
                        <a14:backgroundMark x1="49206" y1="59866" x2="46825" y2="91304"/>
                        <a14:backgroundMark x1="46825" y1="91304" x2="62302" y2="93813"/>
                        <a14:backgroundMark x1="79762" y1="83278" x2="81746" y2="76087"/>
                        <a14:backgroundMark x1="79365" y1="69064" x2="78571" y2="69732"/>
                        <a14:backgroundMark x1="78571" y1="52341" x2="73810" y2="46656"/>
                        <a14:backgroundMark x1="74603" y1="46321" x2="76190" y2="47324"/>
                        <a14:backgroundMark x1="78571" y1="47324" x2="75794" y2="46154"/>
                        <a14:backgroundMark x1="74603" y1="45652" x2="74603" y2="46321"/>
                        <a14:backgroundMark x1="11508" y1="31773" x2="7540" y2="36288"/>
                        <a14:backgroundMark x1="28571" y1="35619" x2="28571" y2="37124"/>
                        <a14:backgroundMark x1="28968" y1="38796" x2="29762" y2="39465"/>
                        <a14:backgroundMark x1="29365" y1="35953" x2="28175" y2="33946"/>
                        <a14:backgroundMark x1="11111" y1="57191" x2="14286" y2="56355"/>
                        <a14:backgroundMark x1="50000" y1="57023" x2="50794" y2="64047"/>
                        <a14:backgroundMark x1="50000" y1="56020" x2="50000" y2="58194"/>
                        <a14:backgroundMark x1="49603" y1="54849" x2="46825" y2="57023"/>
                        <a14:backgroundMark x1="54365" y1="68562" x2="59524" y2="71237"/>
                        <a14:backgroundMark x1="92063" y1="39465" x2="90873" y2="37793"/>
                        <a14:backgroundMark x1="54762" y1="65552" x2="54365" y2="63378"/>
                        <a14:backgroundMark x1="57143" y1="69732" x2="57143" y2="69732"/>
                        <a14:backgroundMark x1="40079" y1="12375" x2="38492" y2="11538"/>
                        <a14:backgroundMark x1="55556" y1="502" x2="55556" y2="502"/>
                        <a14:backgroundMark x1="46032" y1="334" x2="46032" y2="334"/>
                        <a14:backgroundMark x1="53968" y1="334" x2="53968" y2="334"/>
                        <a14:backgroundMark x1="81746" y1="91806" x2="81746" y2="91806"/>
                        <a14:backgroundMark x1="81746" y1="91472" x2="81746" y2="91472"/>
                        <a14:backgroundMark x1="80952" y1="91137" x2="80952" y2="91137"/>
                        <a14:backgroundMark x1="49206" y1="334" x2="49206" y2="334"/>
                      </a14:backgroundRemoval>
                    </a14:imgEffect>
                    <a14:imgEffect>
                      <a14:artisticCutout trans="50000" numberOfShades="6"/>
                    </a14:imgEffect>
                  </a14:imgLayer>
                </a14:imgProps>
              </a:ext>
              <a:ext uri="{28A0092B-C50C-407E-A947-70E740481C1C}">
                <a14:useLocalDpi xmlns:a14="http://schemas.microsoft.com/office/drawing/2010/main" val="0"/>
              </a:ext>
            </a:extLst>
          </a:blip>
          <a:srcRect l="-8463" t="-334" r="-128442" b="334"/>
          <a:stretch>
            <a:fillRect/>
          </a:stretch>
        </p:blipFill>
        <p:spPr>
          <a:xfrm>
            <a:off x="309562" y="571500"/>
            <a:ext cx="5686425" cy="5695950"/>
          </a:xfrm>
          <a:prstGeom prst="rect">
            <a:avLst/>
          </a:prstGeom>
          <a:effectLst>
            <a:softEdge rad="12700"/>
          </a:effectLst>
        </p:spPr>
      </p:pic>
      <p:pic>
        <p:nvPicPr>
          <p:cNvPr id="11" name="Picture 10">
            <a:extLst>
              <a:ext uri="{FF2B5EF4-FFF2-40B4-BE49-F238E27FC236}">
                <a16:creationId xmlns:a16="http://schemas.microsoft.com/office/drawing/2014/main" id="{9A624F47-3A10-381B-AF81-306C8DF9D47C}"/>
              </a:ext>
            </a:extLst>
          </p:cNvPr>
          <p:cNvPicPr>
            <a:picLocks noChangeAspect="1"/>
          </p:cNvPicPr>
          <p:nvPr/>
        </p:nvPicPr>
        <p:blipFill>
          <a:blip r:embed="rId4"/>
          <a:srcRect l="2258" t="6897" r="6679" b="50530"/>
          <a:stretch>
            <a:fillRect/>
          </a:stretch>
        </p:blipFill>
        <p:spPr>
          <a:xfrm rot="10800000" flipH="1">
            <a:off x="2521985" y="2683505"/>
            <a:ext cx="3480933" cy="1528727"/>
          </a:xfrm>
          <a:prstGeom prst="rect">
            <a:avLst/>
          </a:prstGeom>
          <a:ln>
            <a:noFill/>
          </a:ln>
        </p:spPr>
      </p:pic>
      <p:pic>
        <p:nvPicPr>
          <p:cNvPr id="12" name="Picture 11">
            <a:extLst>
              <a:ext uri="{FF2B5EF4-FFF2-40B4-BE49-F238E27FC236}">
                <a16:creationId xmlns:a16="http://schemas.microsoft.com/office/drawing/2014/main" id="{87F9BF67-4077-88DA-A386-E1C733F59FAF}"/>
              </a:ext>
            </a:extLst>
          </p:cNvPr>
          <p:cNvPicPr>
            <a:picLocks noChangeAspect="1"/>
          </p:cNvPicPr>
          <p:nvPr/>
        </p:nvPicPr>
        <p:blipFill>
          <a:blip r:embed="rId4"/>
          <a:srcRect l="5895" t="6897"/>
          <a:stretch>
            <a:fillRect/>
          </a:stretch>
        </p:blipFill>
        <p:spPr>
          <a:xfrm flipH="1">
            <a:off x="2315028" y="571500"/>
            <a:ext cx="3597186" cy="3343205"/>
          </a:xfrm>
          <a:prstGeom prst="rect">
            <a:avLst/>
          </a:prstGeom>
          <a:ln>
            <a:noFill/>
          </a:ln>
        </p:spPr>
      </p:pic>
      <p:pic>
        <p:nvPicPr>
          <p:cNvPr id="13" name="Picture 12">
            <a:extLst>
              <a:ext uri="{FF2B5EF4-FFF2-40B4-BE49-F238E27FC236}">
                <a16:creationId xmlns:a16="http://schemas.microsoft.com/office/drawing/2014/main" id="{BA4A45EF-1AA1-D2A4-5159-E17B00A3AC80}"/>
              </a:ext>
            </a:extLst>
          </p:cNvPr>
          <p:cNvPicPr>
            <a:picLocks noChangeAspect="1"/>
          </p:cNvPicPr>
          <p:nvPr/>
        </p:nvPicPr>
        <p:blipFill>
          <a:blip r:embed="rId4"/>
          <a:srcRect l="4066" t="28305" b="53392"/>
          <a:stretch>
            <a:fillRect/>
          </a:stretch>
        </p:blipFill>
        <p:spPr>
          <a:xfrm flipH="1">
            <a:off x="2315028" y="2038350"/>
            <a:ext cx="3667096" cy="1695450"/>
          </a:xfrm>
          <a:prstGeom prst="rect">
            <a:avLst/>
          </a:prstGeom>
          <a:ln>
            <a:noFill/>
          </a:ln>
        </p:spPr>
      </p:pic>
      <p:pic>
        <p:nvPicPr>
          <p:cNvPr id="14" name="Picture 13">
            <a:extLst>
              <a:ext uri="{FF2B5EF4-FFF2-40B4-BE49-F238E27FC236}">
                <a16:creationId xmlns:a16="http://schemas.microsoft.com/office/drawing/2014/main" id="{6E6F92E3-E988-CC30-BE2E-E24A556A35E5}"/>
              </a:ext>
            </a:extLst>
          </p:cNvPr>
          <p:cNvPicPr>
            <a:picLocks noChangeAspect="1"/>
          </p:cNvPicPr>
          <p:nvPr/>
        </p:nvPicPr>
        <p:blipFill>
          <a:blip r:embed="rId4"/>
          <a:srcRect l="37997" t="48008" r="7931" b="13422"/>
          <a:stretch>
            <a:fillRect/>
          </a:stretch>
        </p:blipFill>
        <p:spPr>
          <a:xfrm rot="5242288" flipH="1">
            <a:off x="1667694" y="943147"/>
            <a:ext cx="2047877" cy="1384995"/>
          </a:xfrm>
          <a:prstGeom prst="rect">
            <a:avLst/>
          </a:prstGeom>
          <a:ln>
            <a:noFill/>
          </a:ln>
        </p:spPr>
      </p:pic>
      <p:sp>
        <p:nvSpPr>
          <p:cNvPr id="15" name="TextBox 14">
            <a:extLst>
              <a:ext uri="{FF2B5EF4-FFF2-40B4-BE49-F238E27FC236}">
                <a16:creationId xmlns:a16="http://schemas.microsoft.com/office/drawing/2014/main" id="{2EA16A63-8A95-CD57-C389-0F8AA804617C}"/>
              </a:ext>
            </a:extLst>
          </p:cNvPr>
          <p:cNvSpPr txBox="1"/>
          <p:nvPr/>
        </p:nvSpPr>
        <p:spPr>
          <a:xfrm>
            <a:off x="2971989" y="1037308"/>
            <a:ext cx="2654558" cy="2585323"/>
          </a:xfrm>
          <a:prstGeom prst="rect">
            <a:avLst/>
          </a:prstGeom>
          <a:noFill/>
          <a:ln>
            <a:noFill/>
          </a:ln>
        </p:spPr>
        <p:txBody>
          <a:bodyPr wrap="square" rtlCol="0">
            <a:spAutoFit/>
          </a:bodyPr>
          <a:lstStyle/>
          <a:p>
            <a:r>
              <a:rPr lang="en-US" dirty="0"/>
              <a:t>These bloody </a:t>
            </a:r>
            <a:r>
              <a:rPr lang="en-US" i="1" dirty="0"/>
              <a:t>RATS. </a:t>
            </a:r>
            <a:r>
              <a:rPr lang="en-US" dirty="0"/>
              <a:t>Well at least its not centaur or bandits. Wait </a:t>
            </a:r>
            <a:r>
              <a:rPr lang="en-US" i="1" dirty="0"/>
              <a:t>WHATTT, </a:t>
            </a:r>
            <a:r>
              <a:rPr lang="en-US" dirty="0"/>
              <a:t>bandits have been spotted across the lake?  </a:t>
            </a:r>
            <a:r>
              <a:rPr lang="en-US" b="1" dirty="0"/>
              <a:t>Let’s head over and see if they are connected to those cursed slave traders.</a:t>
            </a:r>
          </a:p>
        </p:txBody>
      </p:sp>
      <p:sp>
        <p:nvSpPr>
          <p:cNvPr id="16" name="TextBox 15">
            <a:extLst>
              <a:ext uri="{FF2B5EF4-FFF2-40B4-BE49-F238E27FC236}">
                <a16:creationId xmlns:a16="http://schemas.microsoft.com/office/drawing/2014/main" id="{43518951-CEB6-6BD8-CAC8-10F4F20D2D5D}"/>
              </a:ext>
            </a:extLst>
          </p:cNvPr>
          <p:cNvSpPr txBox="1"/>
          <p:nvPr/>
        </p:nvSpPr>
        <p:spPr>
          <a:xfrm>
            <a:off x="4622040" y="3368259"/>
            <a:ext cx="753974" cy="523220"/>
          </a:xfrm>
          <a:prstGeom prst="rect">
            <a:avLst/>
          </a:prstGeom>
          <a:noFill/>
          <a:ln>
            <a:noFill/>
          </a:ln>
        </p:spPr>
        <p:txBody>
          <a:bodyPr wrap="square" rtlCol="0">
            <a:spAutoFit/>
          </a:bodyPr>
          <a:lstStyle/>
          <a:p>
            <a:pPr algn="r"/>
            <a:r>
              <a:rPr lang="en-US" sz="2800" b="1" dirty="0">
                <a:latin typeface="Harrington" panose="04040505050A02020702" pitchFamily="82" charset="0"/>
              </a:rPr>
              <a:t>16</a:t>
            </a:r>
          </a:p>
        </p:txBody>
      </p:sp>
    </p:spTree>
    <p:extLst>
      <p:ext uri="{BB962C8B-B14F-4D97-AF65-F5344CB8AC3E}">
        <p14:creationId xmlns:p14="http://schemas.microsoft.com/office/powerpoint/2010/main" val="1074647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FAD7F-0DC7-2EE8-EA7B-61CA19BB4EF6}"/>
            </a:ext>
          </a:extLst>
        </p:cNvPr>
        <p:cNvGrpSpPr/>
        <p:nvPr/>
      </p:nvGrpSpPr>
      <p:grpSpPr>
        <a:xfrm>
          <a:off x="0" y="0"/>
          <a:ext cx="0" cy="0"/>
          <a:chOff x="0" y="0"/>
          <a:chExt cx="0" cy="0"/>
        </a:xfrm>
      </p:grpSpPr>
      <p:pic>
        <p:nvPicPr>
          <p:cNvPr id="2" name="Picture 1" descr="A video game character wearing armor&#10;&#10;AI-generated content may be incorrect.">
            <a:extLst>
              <a:ext uri="{FF2B5EF4-FFF2-40B4-BE49-F238E27FC236}">
                <a16:creationId xmlns:a16="http://schemas.microsoft.com/office/drawing/2014/main" id="{8A4F6ABA-FF0C-6515-BC69-915CE81852EE}"/>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3319" b="97345" l="9735" r="89971">
                        <a14:foregroundMark x1="50590" y1="3466" x2="42773" y2="10251"/>
                        <a14:foregroundMark x1="42773" y1="10251" x2="42478" y2="13717"/>
                        <a14:foregroundMark x1="24484" y1="95870" x2="34218" y2="90708"/>
                        <a14:foregroundMark x1="34218" y1="90708" x2="34218" y2="90265"/>
                        <a14:foregroundMark x1="75811" y1="97345" x2="69469" y2="89307"/>
                        <a14:foregroundMark x1="18879" y1="97345" x2="18879" y2="97345"/>
                        <a14:foregroundMark x1="20206" y1="96829" x2="22714" y2="96091"/>
                        <a14:foregroundMark x1="44690" y1="71681" x2="44690" y2="69838"/>
                        <a14:foregroundMark x1="77286" y1="64307" x2="76106" y2="65708"/>
                        <a14:foregroundMark x1="25074" y1="65855" x2="24189" y2="67920"/>
                        <a14:foregroundMark x1="24189" y1="65265" x2="23894" y2="64454"/>
                        <a14:backgroundMark x1="48083" y1="73599" x2="48820" y2="92920"/>
                        <a14:backgroundMark x1="43068" y1="71239" x2="43068" y2="71239"/>
                        <a14:backgroundMark x1="53097" y1="70428" x2="53097" y2="70428"/>
                        <a14:backgroundMark x1="76696" y1="60029" x2="76106" y2="61357"/>
                        <a14:backgroundMark x1="27434" y1="65413" x2="26401" y2="62537"/>
                        <a14:backgroundMark x1="67847" y1="34735" x2="68289" y2="35546"/>
                        <a14:backgroundMark x1="68289" y1="38348" x2="72566" y2="42330"/>
                        <a14:backgroundMark x1="75074" y1="44985" x2="73894" y2="43732"/>
                        <a14:backgroundMark x1="69764" y1="34440" x2="67994" y2="33333"/>
                        <a14:backgroundMark x1="31121" y1="33923" x2="30236" y2="35029"/>
                        <a14:backgroundMark x1="31711" y1="37537" x2="29941" y2="39971"/>
                        <a14:backgroundMark x1="31416" y1="37094" x2="31416" y2="36504"/>
                        <a14:backgroundMark x1="29941" y1="34587" x2="30531" y2="33333"/>
                        <a14:backgroundMark x1="73304" y1="65265" x2="72566" y2="61136"/>
                      </a14:backgroundRemoval>
                    </a14:imgEffect>
                    <a14:imgEffect>
                      <a14:artisticCutout trans="50000" numberOfShades="6"/>
                    </a14:imgEffect>
                  </a14:imgLayer>
                </a14:imgProps>
              </a:ext>
              <a:ext uri="{28A0092B-C50C-407E-A947-70E740481C1C}">
                <a14:useLocalDpi xmlns:a14="http://schemas.microsoft.com/office/drawing/2010/main" val="0"/>
              </a:ext>
            </a:extLst>
          </a:blip>
          <a:srcRect l="-98945" r="-1508"/>
          <a:stretch>
            <a:fillRect/>
          </a:stretch>
        </p:blipFill>
        <p:spPr>
          <a:xfrm>
            <a:off x="5956968" y="581025"/>
            <a:ext cx="5956968" cy="5943600"/>
          </a:xfrm>
          <a:prstGeom prst="rect">
            <a:avLst/>
          </a:prstGeom>
          <a:ln>
            <a:noFill/>
          </a:ln>
          <a:effectLst>
            <a:softEdge rad="12700"/>
          </a:effectLst>
        </p:spPr>
      </p:pic>
      <p:pic>
        <p:nvPicPr>
          <p:cNvPr id="14" name="Picture 13">
            <a:extLst>
              <a:ext uri="{FF2B5EF4-FFF2-40B4-BE49-F238E27FC236}">
                <a16:creationId xmlns:a16="http://schemas.microsoft.com/office/drawing/2014/main" id="{8794362E-4BDE-4E97-9847-C166E6C956CC}"/>
              </a:ext>
            </a:extLst>
          </p:cNvPr>
          <p:cNvPicPr>
            <a:picLocks noChangeAspect="1"/>
          </p:cNvPicPr>
          <p:nvPr/>
        </p:nvPicPr>
        <p:blipFill>
          <a:blip r:embed="rId4"/>
          <a:srcRect l="2258" t="6897" r="5233" b="50530"/>
          <a:stretch>
            <a:fillRect/>
          </a:stretch>
        </p:blipFill>
        <p:spPr>
          <a:xfrm rot="10800000">
            <a:off x="5956966" y="3178882"/>
            <a:ext cx="3536193" cy="1528727"/>
          </a:xfrm>
          <a:prstGeom prst="rect">
            <a:avLst/>
          </a:prstGeom>
          <a:ln>
            <a:noFill/>
          </a:ln>
        </p:spPr>
      </p:pic>
      <p:pic>
        <p:nvPicPr>
          <p:cNvPr id="6" name="Picture 5">
            <a:extLst>
              <a:ext uri="{FF2B5EF4-FFF2-40B4-BE49-F238E27FC236}">
                <a16:creationId xmlns:a16="http://schemas.microsoft.com/office/drawing/2014/main" id="{E1C8225A-7FE8-C82E-4EF2-BAE30FA511EC}"/>
              </a:ext>
            </a:extLst>
          </p:cNvPr>
          <p:cNvPicPr>
            <a:picLocks noChangeAspect="1"/>
          </p:cNvPicPr>
          <p:nvPr/>
        </p:nvPicPr>
        <p:blipFill>
          <a:blip r:embed="rId4"/>
          <a:srcRect l="2258" t="6897"/>
          <a:stretch>
            <a:fillRect/>
          </a:stretch>
        </p:blipFill>
        <p:spPr>
          <a:xfrm>
            <a:off x="5956968" y="581025"/>
            <a:ext cx="3736218" cy="3343205"/>
          </a:xfrm>
          <a:prstGeom prst="rect">
            <a:avLst/>
          </a:prstGeom>
          <a:ln>
            <a:noFill/>
          </a:ln>
        </p:spPr>
      </p:pic>
      <p:pic>
        <p:nvPicPr>
          <p:cNvPr id="10" name="Picture 9">
            <a:extLst>
              <a:ext uri="{FF2B5EF4-FFF2-40B4-BE49-F238E27FC236}">
                <a16:creationId xmlns:a16="http://schemas.microsoft.com/office/drawing/2014/main" id="{E35F0750-5E3F-9F3E-A1D9-5A6F2D11EAEE}"/>
              </a:ext>
            </a:extLst>
          </p:cNvPr>
          <p:cNvPicPr>
            <a:picLocks noChangeAspect="1"/>
          </p:cNvPicPr>
          <p:nvPr/>
        </p:nvPicPr>
        <p:blipFill>
          <a:blip r:embed="rId4"/>
          <a:srcRect l="2258" t="28305" b="53392"/>
          <a:stretch>
            <a:fillRect/>
          </a:stretch>
        </p:blipFill>
        <p:spPr>
          <a:xfrm>
            <a:off x="5956968" y="2047875"/>
            <a:ext cx="3736218" cy="1695450"/>
          </a:xfrm>
          <a:prstGeom prst="rect">
            <a:avLst/>
          </a:prstGeom>
          <a:ln>
            <a:noFill/>
          </a:ln>
        </p:spPr>
      </p:pic>
      <p:pic>
        <p:nvPicPr>
          <p:cNvPr id="13" name="Picture 12">
            <a:extLst>
              <a:ext uri="{FF2B5EF4-FFF2-40B4-BE49-F238E27FC236}">
                <a16:creationId xmlns:a16="http://schemas.microsoft.com/office/drawing/2014/main" id="{389C2EE0-F49F-2B38-CFAA-743AAE3A54DE}"/>
              </a:ext>
            </a:extLst>
          </p:cNvPr>
          <p:cNvPicPr>
            <a:picLocks noChangeAspect="1"/>
          </p:cNvPicPr>
          <p:nvPr/>
        </p:nvPicPr>
        <p:blipFill>
          <a:blip r:embed="rId4"/>
          <a:srcRect l="37997" t="48008" r="7931" b="13422"/>
          <a:stretch>
            <a:fillRect/>
          </a:stretch>
        </p:blipFill>
        <p:spPr>
          <a:xfrm rot="16357712">
            <a:off x="8292643" y="952672"/>
            <a:ext cx="2047877" cy="1384995"/>
          </a:xfrm>
          <a:prstGeom prst="rect">
            <a:avLst/>
          </a:prstGeom>
          <a:ln>
            <a:noFill/>
          </a:ln>
        </p:spPr>
      </p:pic>
      <p:sp>
        <p:nvSpPr>
          <p:cNvPr id="5" name="TextBox 4">
            <a:extLst>
              <a:ext uri="{FF2B5EF4-FFF2-40B4-BE49-F238E27FC236}">
                <a16:creationId xmlns:a16="http://schemas.microsoft.com/office/drawing/2014/main" id="{021A006D-C549-3F38-E7DE-DC2CBFC40EAB}"/>
              </a:ext>
            </a:extLst>
          </p:cNvPr>
          <p:cNvSpPr txBox="1"/>
          <p:nvPr/>
        </p:nvSpPr>
        <p:spPr>
          <a:xfrm>
            <a:off x="6586827" y="1120765"/>
            <a:ext cx="2476500" cy="2862322"/>
          </a:xfrm>
          <a:prstGeom prst="rect">
            <a:avLst/>
          </a:prstGeom>
          <a:noFill/>
          <a:ln>
            <a:noFill/>
          </a:ln>
        </p:spPr>
        <p:txBody>
          <a:bodyPr wrap="square" rtlCol="0">
            <a:spAutoFit/>
          </a:bodyPr>
          <a:lstStyle/>
          <a:p>
            <a:r>
              <a:rPr lang="en-US" dirty="0"/>
              <a:t>Check around town, but these </a:t>
            </a:r>
            <a:r>
              <a:rPr lang="en-US" i="1" dirty="0"/>
              <a:t>Seraph</a:t>
            </a:r>
            <a:r>
              <a:rPr lang="en-US" dirty="0"/>
              <a:t> guards mentioned an issue in the south. At least someone knows who really makes up the heart of Kryta.  When you finish,</a:t>
            </a:r>
            <a:r>
              <a:rPr lang="en-US" b="1" dirty="0"/>
              <a:t> head down to Salma’s Heath and find me? </a:t>
            </a:r>
          </a:p>
        </p:txBody>
      </p:sp>
      <p:sp>
        <p:nvSpPr>
          <p:cNvPr id="17" name="TextBox 16">
            <a:extLst>
              <a:ext uri="{FF2B5EF4-FFF2-40B4-BE49-F238E27FC236}">
                <a16:creationId xmlns:a16="http://schemas.microsoft.com/office/drawing/2014/main" id="{42D5B686-9DAA-3983-6C69-B2320B9AB3CD}"/>
              </a:ext>
            </a:extLst>
          </p:cNvPr>
          <p:cNvSpPr txBox="1"/>
          <p:nvPr/>
        </p:nvSpPr>
        <p:spPr>
          <a:xfrm>
            <a:off x="8147282" y="3753297"/>
            <a:ext cx="753974" cy="523220"/>
          </a:xfrm>
          <a:prstGeom prst="rect">
            <a:avLst/>
          </a:prstGeom>
          <a:noFill/>
          <a:ln>
            <a:noFill/>
          </a:ln>
        </p:spPr>
        <p:txBody>
          <a:bodyPr wrap="square" rtlCol="0">
            <a:spAutoFit/>
          </a:bodyPr>
          <a:lstStyle/>
          <a:p>
            <a:pPr algn="r"/>
            <a:r>
              <a:rPr lang="en-US" sz="2800" b="1" dirty="0">
                <a:latin typeface="Harrington" panose="04040505050A02020702" pitchFamily="82" charset="0"/>
              </a:rPr>
              <a:t>19</a:t>
            </a:r>
          </a:p>
        </p:txBody>
      </p:sp>
      <p:pic>
        <p:nvPicPr>
          <p:cNvPr id="7" name="Picture 6" descr="A video game character wearing armor&#10;&#10;AI-generated content may be incorrect.">
            <a:extLst>
              <a:ext uri="{FF2B5EF4-FFF2-40B4-BE49-F238E27FC236}">
                <a16:creationId xmlns:a16="http://schemas.microsoft.com/office/drawing/2014/main" id="{FF298A4A-2903-13C2-6F00-336F660ACA33}"/>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3319" b="97345" l="9735" r="89971">
                        <a14:foregroundMark x1="50590" y1="3466" x2="42773" y2="10251"/>
                        <a14:foregroundMark x1="42773" y1="10251" x2="42478" y2="13717"/>
                        <a14:foregroundMark x1="24484" y1="95870" x2="34218" y2="90708"/>
                        <a14:foregroundMark x1="34218" y1="90708" x2="34218" y2="90265"/>
                        <a14:foregroundMark x1="75811" y1="97345" x2="69469" y2="89307"/>
                        <a14:foregroundMark x1="18879" y1="97345" x2="18879" y2="97345"/>
                        <a14:foregroundMark x1="20206" y1="96829" x2="22714" y2="96091"/>
                        <a14:foregroundMark x1="44690" y1="71681" x2="44690" y2="69838"/>
                        <a14:foregroundMark x1="77286" y1="64307" x2="76106" y2="65708"/>
                        <a14:foregroundMark x1="25074" y1="65855" x2="24189" y2="67920"/>
                        <a14:foregroundMark x1="24189" y1="65265" x2="23894" y2="64454"/>
                        <a14:backgroundMark x1="48083" y1="73599" x2="48820" y2="92920"/>
                        <a14:backgroundMark x1="43068" y1="71239" x2="43068" y2="71239"/>
                        <a14:backgroundMark x1="53097" y1="70428" x2="53097" y2="70428"/>
                        <a14:backgroundMark x1="76696" y1="60029" x2="76106" y2="61357"/>
                        <a14:backgroundMark x1="27434" y1="65413" x2="26401" y2="62537"/>
                        <a14:backgroundMark x1="67847" y1="34735" x2="68289" y2="35546"/>
                        <a14:backgroundMark x1="68289" y1="38348" x2="72566" y2="42330"/>
                        <a14:backgroundMark x1="75074" y1="44985" x2="73894" y2="43732"/>
                        <a14:backgroundMark x1="69764" y1="34440" x2="67994" y2="33333"/>
                        <a14:backgroundMark x1="31121" y1="33923" x2="30236" y2="35029"/>
                        <a14:backgroundMark x1="31711" y1="37537" x2="29941" y2="39971"/>
                        <a14:backgroundMark x1="31416" y1="37094" x2="31416" y2="36504"/>
                        <a14:backgroundMark x1="29941" y1="34587" x2="30531" y2="33333"/>
                        <a14:backgroundMark x1="73304" y1="65265" x2="72566" y2="61136"/>
                      </a14:backgroundRemoval>
                    </a14:imgEffect>
                    <a14:imgEffect>
                      <a14:artisticCutout trans="50000" numberOfShades="6"/>
                    </a14:imgEffect>
                  </a14:imgLayer>
                </a14:imgProps>
              </a:ext>
              <a:ext uri="{28A0092B-C50C-407E-A947-70E740481C1C}">
                <a14:useLocalDpi xmlns:a14="http://schemas.microsoft.com/office/drawing/2010/main" val="0"/>
              </a:ext>
            </a:extLst>
          </a:blip>
          <a:srcRect l="-5995" t="-160" r="-94458" b="160"/>
          <a:stretch>
            <a:fillRect/>
          </a:stretch>
        </p:blipFill>
        <p:spPr>
          <a:xfrm>
            <a:off x="0" y="581025"/>
            <a:ext cx="5956968" cy="5943600"/>
          </a:xfrm>
          <a:prstGeom prst="rect">
            <a:avLst/>
          </a:prstGeom>
          <a:effectLst>
            <a:softEdge rad="12700"/>
          </a:effectLst>
        </p:spPr>
      </p:pic>
      <p:pic>
        <p:nvPicPr>
          <p:cNvPr id="16" name="Picture 15">
            <a:extLst>
              <a:ext uri="{FF2B5EF4-FFF2-40B4-BE49-F238E27FC236}">
                <a16:creationId xmlns:a16="http://schemas.microsoft.com/office/drawing/2014/main" id="{7715EC97-1B6F-6FDB-2C32-20E15E724D16}"/>
              </a:ext>
            </a:extLst>
          </p:cNvPr>
          <p:cNvPicPr>
            <a:picLocks noChangeAspect="1"/>
          </p:cNvPicPr>
          <p:nvPr/>
        </p:nvPicPr>
        <p:blipFill>
          <a:blip r:embed="rId4"/>
          <a:srcRect l="2258" t="6897" r="5233" b="50530"/>
          <a:stretch>
            <a:fillRect/>
          </a:stretch>
        </p:blipFill>
        <p:spPr>
          <a:xfrm rot="10800000" flipH="1">
            <a:off x="2420775" y="3178881"/>
            <a:ext cx="3536193" cy="1528727"/>
          </a:xfrm>
          <a:prstGeom prst="rect">
            <a:avLst/>
          </a:prstGeom>
          <a:ln>
            <a:noFill/>
          </a:ln>
        </p:spPr>
      </p:pic>
      <p:pic>
        <p:nvPicPr>
          <p:cNvPr id="18" name="Picture 17">
            <a:extLst>
              <a:ext uri="{FF2B5EF4-FFF2-40B4-BE49-F238E27FC236}">
                <a16:creationId xmlns:a16="http://schemas.microsoft.com/office/drawing/2014/main" id="{9E5184D0-1149-E9DE-0D11-3890CB3251DD}"/>
              </a:ext>
            </a:extLst>
          </p:cNvPr>
          <p:cNvPicPr>
            <a:picLocks noChangeAspect="1"/>
          </p:cNvPicPr>
          <p:nvPr/>
        </p:nvPicPr>
        <p:blipFill>
          <a:blip r:embed="rId4"/>
          <a:srcRect l="2258" t="6897"/>
          <a:stretch>
            <a:fillRect/>
          </a:stretch>
        </p:blipFill>
        <p:spPr>
          <a:xfrm flipH="1">
            <a:off x="2220747" y="571500"/>
            <a:ext cx="3736218" cy="3343205"/>
          </a:xfrm>
          <a:prstGeom prst="rect">
            <a:avLst/>
          </a:prstGeom>
          <a:ln>
            <a:noFill/>
          </a:ln>
        </p:spPr>
      </p:pic>
      <p:pic>
        <p:nvPicPr>
          <p:cNvPr id="19" name="Picture 18">
            <a:extLst>
              <a:ext uri="{FF2B5EF4-FFF2-40B4-BE49-F238E27FC236}">
                <a16:creationId xmlns:a16="http://schemas.microsoft.com/office/drawing/2014/main" id="{165E8677-DEE6-28BE-6766-E47C6E033648}"/>
              </a:ext>
            </a:extLst>
          </p:cNvPr>
          <p:cNvPicPr>
            <a:picLocks noChangeAspect="1"/>
          </p:cNvPicPr>
          <p:nvPr/>
        </p:nvPicPr>
        <p:blipFill>
          <a:blip r:embed="rId4"/>
          <a:srcRect l="2258" t="28305" b="53392"/>
          <a:stretch>
            <a:fillRect/>
          </a:stretch>
        </p:blipFill>
        <p:spPr>
          <a:xfrm flipH="1">
            <a:off x="2220747" y="2038350"/>
            <a:ext cx="3736218" cy="1695450"/>
          </a:xfrm>
          <a:prstGeom prst="rect">
            <a:avLst/>
          </a:prstGeom>
          <a:ln>
            <a:noFill/>
          </a:ln>
        </p:spPr>
      </p:pic>
      <p:pic>
        <p:nvPicPr>
          <p:cNvPr id="20" name="Picture 19">
            <a:extLst>
              <a:ext uri="{FF2B5EF4-FFF2-40B4-BE49-F238E27FC236}">
                <a16:creationId xmlns:a16="http://schemas.microsoft.com/office/drawing/2014/main" id="{07E67E41-F592-034D-92CC-94DC7EC02F07}"/>
              </a:ext>
            </a:extLst>
          </p:cNvPr>
          <p:cNvPicPr>
            <a:picLocks noChangeAspect="1"/>
          </p:cNvPicPr>
          <p:nvPr/>
        </p:nvPicPr>
        <p:blipFill>
          <a:blip r:embed="rId4"/>
          <a:srcRect l="37997" t="48008" r="7931" b="13422"/>
          <a:stretch>
            <a:fillRect/>
          </a:stretch>
        </p:blipFill>
        <p:spPr>
          <a:xfrm rot="5242288" flipH="1">
            <a:off x="1573413" y="943147"/>
            <a:ext cx="2047877" cy="1384995"/>
          </a:xfrm>
          <a:prstGeom prst="rect">
            <a:avLst/>
          </a:prstGeom>
          <a:ln>
            <a:noFill/>
          </a:ln>
        </p:spPr>
      </p:pic>
      <p:sp>
        <p:nvSpPr>
          <p:cNvPr id="21" name="TextBox 20">
            <a:extLst>
              <a:ext uri="{FF2B5EF4-FFF2-40B4-BE49-F238E27FC236}">
                <a16:creationId xmlns:a16="http://schemas.microsoft.com/office/drawing/2014/main" id="{073FA440-2E99-3B82-D3AB-39F28FB2A274}"/>
              </a:ext>
            </a:extLst>
          </p:cNvPr>
          <p:cNvSpPr txBox="1"/>
          <p:nvPr/>
        </p:nvSpPr>
        <p:spPr>
          <a:xfrm>
            <a:off x="2950619" y="1014289"/>
            <a:ext cx="2476500" cy="3139321"/>
          </a:xfrm>
          <a:prstGeom prst="rect">
            <a:avLst/>
          </a:prstGeom>
          <a:noFill/>
          <a:ln>
            <a:noFill/>
          </a:ln>
        </p:spPr>
        <p:txBody>
          <a:bodyPr wrap="square" rtlCol="0">
            <a:spAutoFit/>
          </a:bodyPr>
          <a:lstStyle/>
          <a:p>
            <a:r>
              <a:rPr lang="en-US" i="1" dirty="0"/>
              <a:t>Deny me entry</a:t>
            </a:r>
            <a:r>
              <a:rPr lang="en-US" dirty="0"/>
              <a:t>? The nerve of that captain, no respect for the Seraph.  But I guess bandit slavers and attacking centaurs are of no concern for ministers in their ivory towers. </a:t>
            </a:r>
          </a:p>
          <a:p>
            <a:r>
              <a:rPr lang="en-US" b="1" dirty="0"/>
              <a:t>Let’s head down to the main gate.</a:t>
            </a:r>
          </a:p>
        </p:txBody>
      </p:sp>
      <p:sp>
        <p:nvSpPr>
          <p:cNvPr id="22" name="TextBox 21">
            <a:extLst>
              <a:ext uri="{FF2B5EF4-FFF2-40B4-BE49-F238E27FC236}">
                <a16:creationId xmlns:a16="http://schemas.microsoft.com/office/drawing/2014/main" id="{8A4F3BB0-7F06-CE89-9985-4B24D90B3218}"/>
              </a:ext>
            </a:extLst>
          </p:cNvPr>
          <p:cNvSpPr txBox="1"/>
          <p:nvPr/>
        </p:nvSpPr>
        <p:spPr>
          <a:xfrm>
            <a:off x="4599345" y="3848289"/>
            <a:ext cx="753974" cy="523220"/>
          </a:xfrm>
          <a:prstGeom prst="rect">
            <a:avLst/>
          </a:prstGeom>
          <a:noFill/>
          <a:ln>
            <a:noFill/>
          </a:ln>
        </p:spPr>
        <p:txBody>
          <a:bodyPr wrap="square" rtlCol="0">
            <a:spAutoFit/>
          </a:bodyPr>
          <a:lstStyle/>
          <a:p>
            <a:pPr algn="r"/>
            <a:r>
              <a:rPr lang="en-US" sz="2800" b="1" dirty="0">
                <a:latin typeface="Harrington" panose="04040505050A02020702" pitchFamily="82" charset="0"/>
              </a:rPr>
              <a:t>18</a:t>
            </a:r>
          </a:p>
        </p:txBody>
      </p:sp>
    </p:spTree>
    <p:extLst>
      <p:ext uri="{BB962C8B-B14F-4D97-AF65-F5344CB8AC3E}">
        <p14:creationId xmlns:p14="http://schemas.microsoft.com/office/powerpoint/2010/main" val="7236853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AFE1C-BCC1-A264-AD25-F09A3E850713}"/>
            </a:ext>
          </a:extLst>
        </p:cNvPr>
        <p:cNvGrpSpPr/>
        <p:nvPr/>
      </p:nvGrpSpPr>
      <p:grpSpPr>
        <a:xfrm>
          <a:off x="0" y="0"/>
          <a:ext cx="0" cy="0"/>
          <a:chOff x="0" y="0"/>
          <a:chExt cx="0" cy="0"/>
        </a:xfrm>
      </p:grpSpPr>
      <p:pic>
        <p:nvPicPr>
          <p:cNvPr id="2" name="Picture 1" descr="A video game character wearing armor&#10;&#10;AI-generated content may be incorrect.">
            <a:extLst>
              <a:ext uri="{FF2B5EF4-FFF2-40B4-BE49-F238E27FC236}">
                <a16:creationId xmlns:a16="http://schemas.microsoft.com/office/drawing/2014/main" id="{69FC42B9-27BF-FCC9-206B-1B5F766F5EC3}"/>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3319" b="97345" l="9735" r="89971">
                        <a14:foregroundMark x1="50590" y1="3466" x2="42773" y2="10251"/>
                        <a14:foregroundMark x1="42773" y1="10251" x2="42478" y2="13717"/>
                        <a14:foregroundMark x1="24484" y1="95870" x2="34218" y2="90708"/>
                        <a14:foregroundMark x1="34218" y1="90708" x2="34218" y2="90265"/>
                        <a14:foregroundMark x1="75811" y1="97345" x2="69469" y2="89307"/>
                        <a14:foregroundMark x1="18879" y1="97345" x2="18879" y2="97345"/>
                        <a14:foregroundMark x1="20206" y1="96829" x2="22714" y2="96091"/>
                        <a14:foregroundMark x1="44690" y1="71681" x2="44690" y2="69838"/>
                        <a14:foregroundMark x1="77286" y1="64307" x2="76106" y2="65708"/>
                        <a14:foregroundMark x1="25074" y1="65855" x2="24189" y2="67920"/>
                        <a14:foregroundMark x1="24189" y1="65265" x2="23894" y2="64454"/>
                        <a14:backgroundMark x1="48083" y1="73599" x2="48820" y2="92920"/>
                        <a14:backgroundMark x1="43068" y1="71239" x2="43068" y2="71239"/>
                        <a14:backgroundMark x1="53097" y1="70428" x2="53097" y2="70428"/>
                        <a14:backgroundMark x1="76696" y1="60029" x2="76106" y2="61357"/>
                        <a14:backgroundMark x1="27434" y1="65413" x2="26401" y2="62537"/>
                        <a14:backgroundMark x1="67847" y1="34735" x2="68289" y2="35546"/>
                        <a14:backgroundMark x1="68289" y1="38348" x2="72566" y2="42330"/>
                        <a14:backgroundMark x1="75074" y1="44985" x2="73894" y2="43732"/>
                        <a14:backgroundMark x1="69764" y1="34440" x2="67994" y2="33333"/>
                        <a14:backgroundMark x1="31121" y1="33923" x2="30236" y2="35029"/>
                        <a14:backgroundMark x1="31711" y1="37537" x2="29941" y2="39971"/>
                        <a14:backgroundMark x1="31416" y1="37094" x2="31416" y2="36504"/>
                        <a14:backgroundMark x1="29941" y1="34587" x2="30531" y2="33333"/>
                        <a14:backgroundMark x1="73304" y1="65265" x2="72566" y2="61136"/>
                      </a14:backgroundRemoval>
                    </a14:imgEffect>
                    <a14:imgEffect>
                      <a14:artisticCutout trans="50000" numberOfShades="6"/>
                    </a14:imgEffect>
                  </a14:imgLayer>
                </a14:imgProps>
              </a:ext>
              <a:ext uri="{28A0092B-C50C-407E-A947-70E740481C1C}">
                <a14:useLocalDpi xmlns:a14="http://schemas.microsoft.com/office/drawing/2010/main" val="0"/>
              </a:ext>
            </a:extLst>
          </a:blip>
          <a:srcRect l="-98945" r="-1508"/>
          <a:stretch>
            <a:fillRect/>
          </a:stretch>
        </p:blipFill>
        <p:spPr>
          <a:xfrm>
            <a:off x="5956968" y="581025"/>
            <a:ext cx="5956968" cy="5943600"/>
          </a:xfrm>
          <a:prstGeom prst="rect">
            <a:avLst/>
          </a:prstGeom>
          <a:ln>
            <a:noFill/>
          </a:ln>
          <a:effectLst>
            <a:softEdge rad="12700"/>
          </a:effectLst>
        </p:spPr>
      </p:pic>
      <p:pic>
        <p:nvPicPr>
          <p:cNvPr id="14" name="Picture 13">
            <a:extLst>
              <a:ext uri="{FF2B5EF4-FFF2-40B4-BE49-F238E27FC236}">
                <a16:creationId xmlns:a16="http://schemas.microsoft.com/office/drawing/2014/main" id="{2FF828D4-A81E-785B-AA5B-35D20346BF48}"/>
              </a:ext>
            </a:extLst>
          </p:cNvPr>
          <p:cNvPicPr>
            <a:picLocks noChangeAspect="1"/>
          </p:cNvPicPr>
          <p:nvPr/>
        </p:nvPicPr>
        <p:blipFill>
          <a:blip r:embed="rId4"/>
          <a:srcRect l="2258" t="6897" r="5233" b="50530"/>
          <a:stretch>
            <a:fillRect/>
          </a:stretch>
        </p:blipFill>
        <p:spPr>
          <a:xfrm rot="10800000">
            <a:off x="5956967" y="3609973"/>
            <a:ext cx="3536193" cy="1528727"/>
          </a:xfrm>
          <a:prstGeom prst="rect">
            <a:avLst/>
          </a:prstGeom>
          <a:ln>
            <a:noFill/>
          </a:ln>
        </p:spPr>
      </p:pic>
      <p:pic>
        <p:nvPicPr>
          <p:cNvPr id="7" name="Picture 6" descr="A video game character wearing armor&#10;&#10;AI-generated content may be incorrect.">
            <a:extLst>
              <a:ext uri="{FF2B5EF4-FFF2-40B4-BE49-F238E27FC236}">
                <a16:creationId xmlns:a16="http://schemas.microsoft.com/office/drawing/2014/main" id="{10D0B8D5-385B-74FA-CB7B-32F77D05CBAC}"/>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3319" b="97345" l="9735" r="89971">
                        <a14:foregroundMark x1="50590" y1="3466" x2="42773" y2="10251"/>
                        <a14:foregroundMark x1="42773" y1="10251" x2="42478" y2="13717"/>
                        <a14:foregroundMark x1="24484" y1="95870" x2="34218" y2="90708"/>
                        <a14:foregroundMark x1="34218" y1="90708" x2="34218" y2="90265"/>
                        <a14:foregroundMark x1="75811" y1="97345" x2="69469" y2="89307"/>
                        <a14:foregroundMark x1="18879" y1="97345" x2="18879" y2="97345"/>
                        <a14:foregroundMark x1="20206" y1="96829" x2="22714" y2="96091"/>
                        <a14:foregroundMark x1="44690" y1="71681" x2="44690" y2="69838"/>
                        <a14:foregroundMark x1="77286" y1="64307" x2="76106" y2="65708"/>
                        <a14:foregroundMark x1="25074" y1="65855" x2="24189" y2="67920"/>
                        <a14:foregroundMark x1="24189" y1="65265" x2="23894" y2="64454"/>
                        <a14:backgroundMark x1="48083" y1="73599" x2="48820" y2="92920"/>
                        <a14:backgroundMark x1="43068" y1="71239" x2="43068" y2="71239"/>
                        <a14:backgroundMark x1="53097" y1="70428" x2="53097" y2="70428"/>
                        <a14:backgroundMark x1="76696" y1="60029" x2="76106" y2="61357"/>
                        <a14:backgroundMark x1="27434" y1="65413" x2="26401" y2="62537"/>
                        <a14:backgroundMark x1="67847" y1="34735" x2="68289" y2="35546"/>
                        <a14:backgroundMark x1="68289" y1="38348" x2="72566" y2="42330"/>
                        <a14:backgroundMark x1="75074" y1="44985" x2="73894" y2="43732"/>
                        <a14:backgroundMark x1="69764" y1="34440" x2="67994" y2="33333"/>
                        <a14:backgroundMark x1="31121" y1="33923" x2="30236" y2="35029"/>
                        <a14:backgroundMark x1="31711" y1="37537" x2="29941" y2="39971"/>
                        <a14:backgroundMark x1="31416" y1="37094" x2="31416" y2="36504"/>
                        <a14:backgroundMark x1="29941" y1="34587" x2="30531" y2="33333"/>
                        <a14:backgroundMark x1="73304" y1="65265" x2="72566" y2="61136"/>
                      </a14:backgroundRemoval>
                    </a14:imgEffect>
                    <a14:imgEffect>
                      <a14:artisticCutout trans="50000" numberOfShades="6"/>
                    </a14:imgEffect>
                  </a14:imgLayer>
                </a14:imgProps>
              </a:ext>
              <a:ext uri="{28A0092B-C50C-407E-A947-70E740481C1C}">
                <a14:useLocalDpi xmlns:a14="http://schemas.microsoft.com/office/drawing/2010/main" val="0"/>
              </a:ext>
            </a:extLst>
          </a:blip>
          <a:srcRect l="-5995" t="-160" r="-94458" b="160"/>
          <a:stretch>
            <a:fillRect/>
          </a:stretch>
        </p:blipFill>
        <p:spPr>
          <a:xfrm>
            <a:off x="0" y="581025"/>
            <a:ext cx="5956968" cy="5943600"/>
          </a:xfrm>
          <a:prstGeom prst="rect">
            <a:avLst/>
          </a:prstGeom>
          <a:effectLst>
            <a:softEdge rad="12700"/>
          </a:effectLst>
        </p:spPr>
      </p:pic>
      <p:pic>
        <p:nvPicPr>
          <p:cNvPr id="6" name="Picture 5">
            <a:extLst>
              <a:ext uri="{FF2B5EF4-FFF2-40B4-BE49-F238E27FC236}">
                <a16:creationId xmlns:a16="http://schemas.microsoft.com/office/drawing/2014/main" id="{B800DE9F-7A67-6EF6-23E8-CBD6C48036D6}"/>
              </a:ext>
            </a:extLst>
          </p:cNvPr>
          <p:cNvPicPr>
            <a:picLocks noChangeAspect="1"/>
          </p:cNvPicPr>
          <p:nvPr/>
        </p:nvPicPr>
        <p:blipFill>
          <a:blip r:embed="rId4"/>
          <a:srcRect l="2258" t="6897"/>
          <a:stretch>
            <a:fillRect/>
          </a:stretch>
        </p:blipFill>
        <p:spPr>
          <a:xfrm>
            <a:off x="5956968" y="581025"/>
            <a:ext cx="3736218" cy="3343205"/>
          </a:xfrm>
          <a:prstGeom prst="rect">
            <a:avLst/>
          </a:prstGeom>
          <a:ln>
            <a:noFill/>
          </a:ln>
        </p:spPr>
      </p:pic>
      <p:pic>
        <p:nvPicPr>
          <p:cNvPr id="10" name="Picture 9">
            <a:extLst>
              <a:ext uri="{FF2B5EF4-FFF2-40B4-BE49-F238E27FC236}">
                <a16:creationId xmlns:a16="http://schemas.microsoft.com/office/drawing/2014/main" id="{CCC61467-B2B4-3576-9454-1A8C2DBE12EF}"/>
              </a:ext>
            </a:extLst>
          </p:cNvPr>
          <p:cNvPicPr>
            <a:picLocks noChangeAspect="1"/>
          </p:cNvPicPr>
          <p:nvPr/>
        </p:nvPicPr>
        <p:blipFill>
          <a:blip r:embed="rId4"/>
          <a:srcRect l="2258" t="28305" b="53392"/>
          <a:stretch>
            <a:fillRect/>
          </a:stretch>
        </p:blipFill>
        <p:spPr>
          <a:xfrm>
            <a:off x="5956968" y="2047875"/>
            <a:ext cx="3736218" cy="1695450"/>
          </a:xfrm>
          <a:prstGeom prst="rect">
            <a:avLst/>
          </a:prstGeom>
          <a:ln>
            <a:noFill/>
          </a:ln>
        </p:spPr>
      </p:pic>
      <p:pic>
        <p:nvPicPr>
          <p:cNvPr id="13" name="Picture 12">
            <a:extLst>
              <a:ext uri="{FF2B5EF4-FFF2-40B4-BE49-F238E27FC236}">
                <a16:creationId xmlns:a16="http://schemas.microsoft.com/office/drawing/2014/main" id="{4A4F8F48-3339-4845-2D0F-E5069B4D8F40}"/>
              </a:ext>
            </a:extLst>
          </p:cNvPr>
          <p:cNvPicPr>
            <a:picLocks noChangeAspect="1"/>
          </p:cNvPicPr>
          <p:nvPr/>
        </p:nvPicPr>
        <p:blipFill>
          <a:blip r:embed="rId4"/>
          <a:srcRect l="37997" t="48008" r="7931" b="13422"/>
          <a:stretch>
            <a:fillRect/>
          </a:stretch>
        </p:blipFill>
        <p:spPr>
          <a:xfrm rot="16357712">
            <a:off x="8292643" y="952672"/>
            <a:ext cx="2047877" cy="1384995"/>
          </a:xfrm>
          <a:prstGeom prst="rect">
            <a:avLst/>
          </a:prstGeom>
          <a:ln>
            <a:noFill/>
          </a:ln>
        </p:spPr>
      </p:pic>
      <p:sp>
        <p:nvSpPr>
          <p:cNvPr id="5" name="TextBox 4">
            <a:extLst>
              <a:ext uri="{FF2B5EF4-FFF2-40B4-BE49-F238E27FC236}">
                <a16:creationId xmlns:a16="http://schemas.microsoft.com/office/drawing/2014/main" id="{B00C0308-DEA7-D692-817A-1C483E11F9FE}"/>
              </a:ext>
            </a:extLst>
          </p:cNvPr>
          <p:cNvSpPr txBox="1"/>
          <p:nvPr/>
        </p:nvSpPr>
        <p:spPr>
          <a:xfrm>
            <a:off x="6586827" y="1120765"/>
            <a:ext cx="2476500" cy="3416320"/>
          </a:xfrm>
          <a:prstGeom prst="rect">
            <a:avLst/>
          </a:prstGeom>
          <a:noFill/>
          <a:ln>
            <a:noFill/>
          </a:ln>
        </p:spPr>
        <p:txBody>
          <a:bodyPr wrap="square" rtlCol="0">
            <a:spAutoFit/>
          </a:bodyPr>
          <a:lstStyle/>
          <a:p>
            <a:r>
              <a:rPr lang="en-US" dirty="0"/>
              <a:t>Good riddance. I hope that slows them down until we can better understand what's going on. The chieftain had a note about escaped slaves in the pits.  </a:t>
            </a:r>
          </a:p>
          <a:p>
            <a:r>
              <a:rPr lang="en-US" b="1" dirty="0"/>
              <a:t>Look in the Demongrub Pits and see if we can find any survivors. </a:t>
            </a:r>
          </a:p>
        </p:txBody>
      </p:sp>
      <p:sp>
        <p:nvSpPr>
          <p:cNvPr id="17" name="TextBox 16">
            <a:extLst>
              <a:ext uri="{FF2B5EF4-FFF2-40B4-BE49-F238E27FC236}">
                <a16:creationId xmlns:a16="http://schemas.microsoft.com/office/drawing/2014/main" id="{38CE2047-0E9A-77F6-62B6-417DE5F80D37}"/>
              </a:ext>
            </a:extLst>
          </p:cNvPr>
          <p:cNvSpPr txBox="1"/>
          <p:nvPr/>
        </p:nvSpPr>
        <p:spPr>
          <a:xfrm>
            <a:off x="8147283" y="4184388"/>
            <a:ext cx="753974" cy="523220"/>
          </a:xfrm>
          <a:prstGeom prst="rect">
            <a:avLst/>
          </a:prstGeom>
          <a:noFill/>
          <a:ln>
            <a:noFill/>
          </a:ln>
        </p:spPr>
        <p:txBody>
          <a:bodyPr wrap="square" rtlCol="0">
            <a:spAutoFit/>
          </a:bodyPr>
          <a:lstStyle/>
          <a:p>
            <a:pPr algn="r"/>
            <a:r>
              <a:rPr lang="en-US" sz="2800" b="1" dirty="0">
                <a:latin typeface="Harrington" panose="04040505050A02020702" pitchFamily="82" charset="0"/>
              </a:rPr>
              <a:t>21</a:t>
            </a:r>
          </a:p>
        </p:txBody>
      </p:sp>
      <p:pic>
        <p:nvPicPr>
          <p:cNvPr id="18" name="Picture 17">
            <a:extLst>
              <a:ext uri="{FF2B5EF4-FFF2-40B4-BE49-F238E27FC236}">
                <a16:creationId xmlns:a16="http://schemas.microsoft.com/office/drawing/2014/main" id="{D8C06CAA-93FB-1602-F366-C1E4B3143EB4}"/>
              </a:ext>
            </a:extLst>
          </p:cNvPr>
          <p:cNvPicPr>
            <a:picLocks noChangeAspect="1"/>
          </p:cNvPicPr>
          <p:nvPr/>
        </p:nvPicPr>
        <p:blipFill>
          <a:blip r:embed="rId4"/>
          <a:srcRect l="2258" t="6897" r="5233" b="50530"/>
          <a:stretch>
            <a:fillRect/>
          </a:stretch>
        </p:blipFill>
        <p:spPr>
          <a:xfrm rot="10800000" flipH="1">
            <a:off x="2420773" y="3600448"/>
            <a:ext cx="3536193" cy="1528727"/>
          </a:xfrm>
          <a:prstGeom prst="rect">
            <a:avLst/>
          </a:prstGeom>
          <a:ln>
            <a:noFill/>
          </a:ln>
        </p:spPr>
      </p:pic>
      <p:pic>
        <p:nvPicPr>
          <p:cNvPr id="19" name="Picture 18">
            <a:extLst>
              <a:ext uri="{FF2B5EF4-FFF2-40B4-BE49-F238E27FC236}">
                <a16:creationId xmlns:a16="http://schemas.microsoft.com/office/drawing/2014/main" id="{A23D46AF-71D6-5C67-CC80-BE2512A2335B}"/>
              </a:ext>
            </a:extLst>
          </p:cNvPr>
          <p:cNvPicPr>
            <a:picLocks noChangeAspect="1"/>
          </p:cNvPicPr>
          <p:nvPr/>
        </p:nvPicPr>
        <p:blipFill>
          <a:blip r:embed="rId4"/>
          <a:srcRect l="2258" t="6897"/>
          <a:stretch>
            <a:fillRect/>
          </a:stretch>
        </p:blipFill>
        <p:spPr>
          <a:xfrm flipH="1">
            <a:off x="2220747" y="571500"/>
            <a:ext cx="3736218" cy="3343205"/>
          </a:xfrm>
          <a:prstGeom prst="rect">
            <a:avLst/>
          </a:prstGeom>
          <a:ln>
            <a:noFill/>
          </a:ln>
        </p:spPr>
      </p:pic>
      <p:pic>
        <p:nvPicPr>
          <p:cNvPr id="20" name="Picture 19">
            <a:extLst>
              <a:ext uri="{FF2B5EF4-FFF2-40B4-BE49-F238E27FC236}">
                <a16:creationId xmlns:a16="http://schemas.microsoft.com/office/drawing/2014/main" id="{92AB4B8A-4886-D525-F5D3-6733C0EB8D20}"/>
              </a:ext>
            </a:extLst>
          </p:cNvPr>
          <p:cNvPicPr>
            <a:picLocks noChangeAspect="1"/>
          </p:cNvPicPr>
          <p:nvPr/>
        </p:nvPicPr>
        <p:blipFill>
          <a:blip r:embed="rId4"/>
          <a:srcRect l="2258" t="28305" b="53392"/>
          <a:stretch>
            <a:fillRect/>
          </a:stretch>
        </p:blipFill>
        <p:spPr>
          <a:xfrm flipH="1">
            <a:off x="2220747" y="2038350"/>
            <a:ext cx="3736218" cy="1695450"/>
          </a:xfrm>
          <a:prstGeom prst="rect">
            <a:avLst/>
          </a:prstGeom>
          <a:ln>
            <a:noFill/>
          </a:ln>
        </p:spPr>
      </p:pic>
      <p:pic>
        <p:nvPicPr>
          <p:cNvPr id="21" name="Picture 20">
            <a:extLst>
              <a:ext uri="{FF2B5EF4-FFF2-40B4-BE49-F238E27FC236}">
                <a16:creationId xmlns:a16="http://schemas.microsoft.com/office/drawing/2014/main" id="{58E3A7C1-987B-83C1-1EBE-AEAB2FC69E53}"/>
              </a:ext>
            </a:extLst>
          </p:cNvPr>
          <p:cNvPicPr>
            <a:picLocks noChangeAspect="1"/>
          </p:cNvPicPr>
          <p:nvPr/>
        </p:nvPicPr>
        <p:blipFill>
          <a:blip r:embed="rId4"/>
          <a:srcRect l="37997" t="48008" r="7931" b="13422"/>
          <a:stretch>
            <a:fillRect/>
          </a:stretch>
        </p:blipFill>
        <p:spPr>
          <a:xfrm rot="5242288" flipH="1">
            <a:off x="1573413" y="943147"/>
            <a:ext cx="2047877" cy="1384995"/>
          </a:xfrm>
          <a:prstGeom prst="rect">
            <a:avLst/>
          </a:prstGeom>
          <a:ln>
            <a:noFill/>
          </a:ln>
        </p:spPr>
      </p:pic>
      <p:sp>
        <p:nvSpPr>
          <p:cNvPr id="22" name="TextBox 21">
            <a:extLst>
              <a:ext uri="{FF2B5EF4-FFF2-40B4-BE49-F238E27FC236}">
                <a16:creationId xmlns:a16="http://schemas.microsoft.com/office/drawing/2014/main" id="{93A9C171-E8CB-3B36-366A-5F5A0766C844}"/>
              </a:ext>
            </a:extLst>
          </p:cNvPr>
          <p:cNvSpPr txBox="1"/>
          <p:nvPr/>
        </p:nvSpPr>
        <p:spPr>
          <a:xfrm>
            <a:off x="2950619" y="1014289"/>
            <a:ext cx="2476500" cy="3416320"/>
          </a:xfrm>
          <a:prstGeom prst="rect">
            <a:avLst/>
          </a:prstGeom>
          <a:noFill/>
          <a:ln>
            <a:noFill/>
          </a:ln>
        </p:spPr>
        <p:txBody>
          <a:bodyPr wrap="square" rtlCol="0">
            <a:spAutoFit/>
          </a:bodyPr>
          <a:lstStyle/>
          <a:p>
            <a:r>
              <a:rPr lang="en-US" dirty="0"/>
              <a:t>This is disgusting…hidden right under our noses.  How did these centaur get so many slaves so quickly.  Let’s see if we can find their leadership cut the off its head! </a:t>
            </a:r>
          </a:p>
          <a:p>
            <a:r>
              <a:rPr lang="en-US" b="1" dirty="0"/>
              <a:t>The slaves mentioned an encampment further south.</a:t>
            </a:r>
          </a:p>
        </p:txBody>
      </p:sp>
      <p:sp>
        <p:nvSpPr>
          <p:cNvPr id="23" name="TextBox 22">
            <a:extLst>
              <a:ext uri="{FF2B5EF4-FFF2-40B4-BE49-F238E27FC236}">
                <a16:creationId xmlns:a16="http://schemas.microsoft.com/office/drawing/2014/main" id="{91610C3D-7242-40DB-FE0A-68BDD92A343F}"/>
              </a:ext>
            </a:extLst>
          </p:cNvPr>
          <p:cNvSpPr txBox="1"/>
          <p:nvPr/>
        </p:nvSpPr>
        <p:spPr>
          <a:xfrm>
            <a:off x="4599343" y="4269856"/>
            <a:ext cx="753974" cy="523220"/>
          </a:xfrm>
          <a:prstGeom prst="rect">
            <a:avLst/>
          </a:prstGeom>
          <a:noFill/>
          <a:ln>
            <a:noFill/>
          </a:ln>
        </p:spPr>
        <p:txBody>
          <a:bodyPr wrap="square" rtlCol="0">
            <a:spAutoFit/>
          </a:bodyPr>
          <a:lstStyle/>
          <a:p>
            <a:pPr algn="r"/>
            <a:r>
              <a:rPr lang="en-US" sz="2800" b="1" dirty="0">
                <a:latin typeface="Harrington" panose="04040505050A02020702" pitchFamily="82" charset="0"/>
              </a:rPr>
              <a:t>20</a:t>
            </a:r>
          </a:p>
        </p:txBody>
      </p:sp>
    </p:spTree>
    <p:extLst>
      <p:ext uri="{BB962C8B-B14F-4D97-AF65-F5344CB8AC3E}">
        <p14:creationId xmlns:p14="http://schemas.microsoft.com/office/powerpoint/2010/main" val="41528591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44153-9FBD-AC6C-AFD6-8FC6A7DF23C1}"/>
            </a:ext>
          </a:extLst>
        </p:cNvPr>
        <p:cNvGrpSpPr/>
        <p:nvPr/>
      </p:nvGrpSpPr>
      <p:grpSpPr>
        <a:xfrm>
          <a:off x="0" y="0"/>
          <a:ext cx="0" cy="0"/>
          <a:chOff x="0" y="0"/>
          <a:chExt cx="0" cy="0"/>
        </a:xfrm>
      </p:grpSpPr>
      <p:pic>
        <p:nvPicPr>
          <p:cNvPr id="2" name="Picture 1" descr="A video game character wearing armor&#10;&#10;AI-generated content may be incorrect.">
            <a:extLst>
              <a:ext uri="{FF2B5EF4-FFF2-40B4-BE49-F238E27FC236}">
                <a16:creationId xmlns:a16="http://schemas.microsoft.com/office/drawing/2014/main" id="{22E25A32-E8EE-AD73-6D1A-61E723139324}"/>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3319" b="97345" l="9735" r="89971">
                        <a14:foregroundMark x1="50590" y1="3466" x2="42773" y2="10251"/>
                        <a14:foregroundMark x1="42773" y1="10251" x2="42478" y2="13717"/>
                        <a14:foregroundMark x1="24484" y1="95870" x2="34218" y2="90708"/>
                        <a14:foregroundMark x1="34218" y1="90708" x2="34218" y2="90265"/>
                        <a14:foregroundMark x1="75811" y1="97345" x2="69469" y2="89307"/>
                        <a14:foregroundMark x1="18879" y1="97345" x2="18879" y2="97345"/>
                        <a14:foregroundMark x1="20206" y1="96829" x2="22714" y2="96091"/>
                        <a14:foregroundMark x1="44690" y1="71681" x2="44690" y2="69838"/>
                        <a14:foregroundMark x1="77286" y1="64307" x2="76106" y2="65708"/>
                        <a14:foregroundMark x1="25074" y1="65855" x2="24189" y2="67920"/>
                        <a14:foregroundMark x1="24189" y1="65265" x2="23894" y2="64454"/>
                        <a14:backgroundMark x1="48083" y1="73599" x2="48820" y2="92920"/>
                        <a14:backgroundMark x1="43068" y1="71239" x2="43068" y2="71239"/>
                        <a14:backgroundMark x1="53097" y1="70428" x2="53097" y2="70428"/>
                        <a14:backgroundMark x1="76696" y1="60029" x2="76106" y2="61357"/>
                        <a14:backgroundMark x1="27434" y1="65413" x2="26401" y2="62537"/>
                        <a14:backgroundMark x1="67847" y1="34735" x2="68289" y2="35546"/>
                        <a14:backgroundMark x1="68289" y1="38348" x2="72566" y2="42330"/>
                        <a14:backgroundMark x1="75074" y1="44985" x2="73894" y2="43732"/>
                        <a14:backgroundMark x1="69764" y1="34440" x2="67994" y2="33333"/>
                        <a14:backgroundMark x1="31121" y1="33923" x2="30236" y2="35029"/>
                        <a14:backgroundMark x1="31711" y1="37537" x2="29941" y2="39971"/>
                        <a14:backgroundMark x1="31416" y1="37094" x2="31416" y2="36504"/>
                        <a14:backgroundMark x1="29941" y1="34587" x2="30531" y2="33333"/>
                        <a14:backgroundMark x1="73304" y1="65265" x2="72566" y2="61136"/>
                      </a14:backgroundRemoval>
                    </a14:imgEffect>
                    <a14:imgEffect>
                      <a14:artisticCutout trans="50000" numberOfShades="6"/>
                    </a14:imgEffect>
                  </a14:imgLayer>
                </a14:imgProps>
              </a:ext>
              <a:ext uri="{28A0092B-C50C-407E-A947-70E740481C1C}">
                <a14:useLocalDpi xmlns:a14="http://schemas.microsoft.com/office/drawing/2010/main" val="0"/>
              </a:ext>
            </a:extLst>
          </a:blip>
          <a:srcRect l="-98945" r="-1508"/>
          <a:stretch>
            <a:fillRect/>
          </a:stretch>
        </p:blipFill>
        <p:spPr>
          <a:xfrm>
            <a:off x="5956968" y="581025"/>
            <a:ext cx="5956968" cy="5943600"/>
          </a:xfrm>
          <a:prstGeom prst="rect">
            <a:avLst/>
          </a:prstGeom>
          <a:ln>
            <a:noFill/>
          </a:ln>
          <a:effectLst>
            <a:softEdge rad="12700"/>
          </a:effectLst>
        </p:spPr>
      </p:pic>
      <p:pic>
        <p:nvPicPr>
          <p:cNvPr id="14" name="Picture 13">
            <a:extLst>
              <a:ext uri="{FF2B5EF4-FFF2-40B4-BE49-F238E27FC236}">
                <a16:creationId xmlns:a16="http://schemas.microsoft.com/office/drawing/2014/main" id="{33BFE752-E556-647E-B7C8-4DD8DB04A705}"/>
              </a:ext>
            </a:extLst>
          </p:cNvPr>
          <p:cNvPicPr>
            <a:picLocks noChangeAspect="1"/>
          </p:cNvPicPr>
          <p:nvPr/>
        </p:nvPicPr>
        <p:blipFill>
          <a:blip r:embed="rId4"/>
          <a:srcRect l="2258" t="6897" r="5233" b="50530"/>
          <a:stretch>
            <a:fillRect/>
          </a:stretch>
        </p:blipFill>
        <p:spPr>
          <a:xfrm rot="10800000">
            <a:off x="5956965" y="2782429"/>
            <a:ext cx="3536193" cy="1528727"/>
          </a:xfrm>
          <a:prstGeom prst="rect">
            <a:avLst/>
          </a:prstGeom>
          <a:ln>
            <a:noFill/>
          </a:ln>
        </p:spPr>
      </p:pic>
      <p:pic>
        <p:nvPicPr>
          <p:cNvPr id="7" name="Picture 6" descr="A video game character wearing armor&#10;&#10;AI-generated content may be incorrect.">
            <a:extLst>
              <a:ext uri="{FF2B5EF4-FFF2-40B4-BE49-F238E27FC236}">
                <a16:creationId xmlns:a16="http://schemas.microsoft.com/office/drawing/2014/main" id="{39EC4CA1-9B1F-1AC0-A307-F45E84F6EE44}"/>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3319" b="97345" l="9735" r="89971">
                        <a14:foregroundMark x1="50590" y1="3466" x2="42773" y2="10251"/>
                        <a14:foregroundMark x1="42773" y1="10251" x2="42478" y2="13717"/>
                        <a14:foregroundMark x1="24484" y1="95870" x2="34218" y2="90708"/>
                        <a14:foregroundMark x1="34218" y1="90708" x2="34218" y2="90265"/>
                        <a14:foregroundMark x1="75811" y1="97345" x2="69469" y2="89307"/>
                        <a14:foregroundMark x1="18879" y1="97345" x2="18879" y2="97345"/>
                        <a14:foregroundMark x1="20206" y1="96829" x2="22714" y2="96091"/>
                        <a14:foregroundMark x1="44690" y1="71681" x2="44690" y2="69838"/>
                        <a14:foregroundMark x1="77286" y1="64307" x2="76106" y2="65708"/>
                        <a14:foregroundMark x1="25074" y1="65855" x2="24189" y2="67920"/>
                        <a14:foregroundMark x1="24189" y1="65265" x2="23894" y2="64454"/>
                        <a14:backgroundMark x1="48083" y1="73599" x2="48820" y2="92920"/>
                        <a14:backgroundMark x1="43068" y1="71239" x2="43068" y2="71239"/>
                        <a14:backgroundMark x1="53097" y1="70428" x2="53097" y2="70428"/>
                        <a14:backgroundMark x1="76696" y1="60029" x2="76106" y2="61357"/>
                        <a14:backgroundMark x1="27434" y1="65413" x2="26401" y2="62537"/>
                        <a14:backgroundMark x1="67847" y1="34735" x2="68289" y2="35546"/>
                        <a14:backgroundMark x1="68289" y1="38348" x2="72566" y2="42330"/>
                        <a14:backgroundMark x1="75074" y1="44985" x2="73894" y2="43732"/>
                        <a14:backgroundMark x1="69764" y1="34440" x2="67994" y2="33333"/>
                        <a14:backgroundMark x1="31121" y1="33923" x2="30236" y2="35029"/>
                        <a14:backgroundMark x1="31711" y1="37537" x2="29941" y2="39971"/>
                        <a14:backgroundMark x1="31416" y1="37094" x2="31416" y2="36504"/>
                        <a14:backgroundMark x1="29941" y1="34587" x2="30531" y2="33333"/>
                        <a14:backgroundMark x1="73304" y1="65265" x2="72566" y2="61136"/>
                      </a14:backgroundRemoval>
                    </a14:imgEffect>
                    <a14:imgEffect>
                      <a14:artisticCutout trans="50000" numberOfShades="6"/>
                    </a14:imgEffect>
                  </a14:imgLayer>
                </a14:imgProps>
              </a:ext>
              <a:ext uri="{28A0092B-C50C-407E-A947-70E740481C1C}">
                <a14:useLocalDpi xmlns:a14="http://schemas.microsoft.com/office/drawing/2010/main" val="0"/>
              </a:ext>
            </a:extLst>
          </a:blip>
          <a:srcRect l="-5995" t="-160" r="-94458" b="160"/>
          <a:stretch>
            <a:fillRect/>
          </a:stretch>
        </p:blipFill>
        <p:spPr>
          <a:xfrm>
            <a:off x="0" y="581025"/>
            <a:ext cx="5956968" cy="5943600"/>
          </a:xfrm>
          <a:prstGeom prst="rect">
            <a:avLst/>
          </a:prstGeom>
          <a:effectLst>
            <a:softEdge rad="12700"/>
          </a:effectLst>
        </p:spPr>
      </p:pic>
      <p:pic>
        <p:nvPicPr>
          <p:cNvPr id="6" name="Picture 5">
            <a:extLst>
              <a:ext uri="{FF2B5EF4-FFF2-40B4-BE49-F238E27FC236}">
                <a16:creationId xmlns:a16="http://schemas.microsoft.com/office/drawing/2014/main" id="{0CFF39C3-E53D-67E0-B0E1-48680A8C8D2C}"/>
              </a:ext>
            </a:extLst>
          </p:cNvPr>
          <p:cNvPicPr>
            <a:picLocks noChangeAspect="1"/>
          </p:cNvPicPr>
          <p:nvPr/>
        </p:nvPicPr>
        <p:blipFill>
          <a:blip r:embed="rId4"/>
          <a:srcRect l="2258" t="6897"/>
          <a:stretch>
            <a:fillRect/>
          </a:stretch>
        </p:blipFill>
        <p:spPr>
          <a:xfrm>
            <a:off x="5956968" y="581025"/>
            <a:ext cx="3736218" cy="3343205"/>
          </a:xfrm>
          <a:prstGeom prst="rect">
            <a:avLst/>
          </a:prstGeom>
          <a:ln>
            <a:noFill/>
          </a:ln>
        </p:spPr>
      </p:pic>
      <p:pic>
        <p:nvPicPr>
          <p:cNvPr id="10" name="Picture 9">
            <a:extLst>
              <a:ext uri="{FF2B5EF4-FFF2-40B4-BE49-F238E27FC236}">
                <a16:creationId xmlns:a16="http://schemas.microsoft.com/office/drawing/2014/main" id="{BFE765F5-E020-3B4F-BCA9-E688D60494CB}"/>
              </a:ext>
            </a:extLst>
          </p:cNvPr>
          <p:cNvPicPr>
            <a:picLocks noChangeAspect="1"/>
          </p:cNvPicPr>
          <p:nvPr/>
        </p:nvPicPr>
        <p:blipFill>
          <a:blip r:embed="rId4"/>
          <a:srcRect l="2258" t="28305" b="53392"/>
          <a:stretch>
            <a:fillRect/>
          </a:stretch>
        </p:blipFill>
        <p:spPr>
          <a:xfrm>
            <a:off x="5956968" y="2047875"/>
            <a:ext cx="3736218" cy="1371668"/>
          </a:xfrm>
          <a:prstGeom prst="rect">
            <a:avLst/>
          </a:prstGeom>
          <a:ln>
            <a:noFill/>
          </a:ln>
        </p:spPr>
      </p:pic>
      <p:pic>
        <p:nvPicPr>
          <p:cNvPr id="13" name="Picture 12">
            <a:extLst>
              <a:ext uri="{FF2B5EF4-FFF2-40B4-BE49-F238E27FC236}">
                <a16:creationId xmlns:a16="http://schemas.microsoft.com/office/drawing/2014/main" id="{112A4192-46B6-2D24-B274-FC4453D74297}"/>
              </a:ext>
            </a:extLst>
          </p:cNvPr>
          <p:cNvPicPr>
            <a:picLocks noChangeAspect="1"/>
          </p:cNvPicPr>
          <p:nvPr/>
        </p:nvPicPr>
        <p:blipFill>
          <a:blip r:embed="rId4"/>
          <a:srcRect l="37997" t="48008" r="7931" b="13422"/>
          <a:stretch>
            <a:fillRect/>
          </a:stretch>
        </p:blipFill>
        <p:spPr>
          <a:xfrm rot="16357712">
            <a:off x="8292643" y="952672"/>
            <a:ext cx="2047877" cy="1384995"/>
          </a:xfrm>
          <a:prstGeom prst="rect">
            <a:avLst/>
          </a:prstGeom>
          <a:ln>
            <a:noFill/>
          </a:ln>
        </p:spPr>
      </p:pic>
      <p:sp>
        <p:nvSpPr>
          <p:cNvPr id="5" name="TextBox 4">
            <a:extLst>
              <a:ext uri="{FF2B5EF4-FFF2-40B4-BE49-F238E27FC236}">
                <a16:creationId xmlns:a16="http://schemas.microsoft.com/office/drawing/2014/main" id="{6930A795-9602-A6E9-3EC5-F60ED3E7F717}"/>
              </a:ext>
            </a:extLst>
          </p:cNvPr>
          <p:cNvSpPr txBox="1"/>
          <p:nvPr/>
        </p:nvSpPr>
        <p:spPr>
          <a:xfrm>
            <a:off x="6586827" y="1120765"/>
            <a:ext cx="2314428" cy="2308324"/>
          </a:xfrm>
          <a:prstGeom prst="rect">
            <a:avLst/>
          </a:prstGeom>
          <a:noFill/>
          <a:ln>
            <a:noFill/>
          </a:ln>
        </p:spPr>
        <p:txBody>
          <a:bodyPr wrap="square" rtlCol="0">
            <a:spAutoFit/>
          </a:bodyPr>
          <a:lstStyle/>
          <a:p>
            <a:r>
              <a:rPr lang="en-US" dirty="0"/>
              <a:t>This place is foul. Shall we banish this “</a:t>
            </a:r>
            <a:r>
              <a:rPr lang="en-US" i="1" dirty="0"/>
              <a:t>shadow</a:t>
            </a:r>
            <a:r>
              <a:rPr lang="en-US" dirty="0"/>
              <a:t>” of the swamp. </a:t>
            </a:r>
          </a:p>
          <a:p>
            <a:r>
              <a:rPr lang="en-US" b="1" dirty="0"/>
              <a:t>Defeat the shadow of the swamp and regroup at Swamplost Haven.</a:t>
            </a:r>
          </a:p>
        </p:txBody>
      </p:sp>
      <p:sp>
        <p:nvSpPr>
          <p:cNvPr id="17" name="TextBox 16">
            <a:extLst>
              <a:ext uri="{FF2B5EF4-FFF2-40B4-BE49-F238E27FC236}">
                <a16:creationId xmlns:a16="http://schemas.microsoft.com/office/drawing/2014/main" id="{40F4AA31-DE6D-C982-468B-91A62C33808B}"/>
              </a:ext>
            </a:extLst>
          </p:cNvPr>
          <p:cNvSpPr txBox="1"/>
          <p:nvPr/>
        </p:nvSpPr>
        <p:spPr>
          <a:xfrm>
            <a:off x="8147281" y="3356844"/>
            <a:ext cx="753974" cy="523220"/>
          </a:xfrm>
          <a:prstGeom prst="rect">
            <a:avLst/>
          </a:prstGeom>
          <a:noFill/>
          <a:ln>
            <a:noFill/>
          </a:ln>
        </p:spPr>
        <p:txBody>
          <a:bodyPr wrap="square" rtlCol="0">
            <a:spAutoFit/>
          </a:bodyPr>
          <a:lstStyle/>
          <a:p>
            <a:pPr algn="r"/>
            <a:r>
              <a:rPr lang="en-US" sz="2800" b="1" dirty="0">
                <a:latin typeface="Harrington" panose="04040505050A02020702" pitchFamily="82" charset="0"/>
              </a:rPr>
              <a:t>23</a:t>
            </a:r>
          </a:p>
        </p:txBody>
      </p:sp>
      <p:pic>
        <p:nvPicPr>
          <p:cNvPr id="18" name="Picture 17">
            <a:extLst>
              <a:ext uri="{FF2B5EF4-FFF2-40B4-BE49-F238E27FC236}">
                <a16:creationId xmlns:a16="http://schemas.microsoft.com/office/drawing/2014/main" id="{D05070B1-4EAD-9842-3AF7-D28359D81C04}"/>
              </a:ext>
            </a:extLst>
          </p:cNvPr>
          <p:cNvPicPr>
            <a:picLocks noChangeAspect="1"/>
          </p:cNvPicPr>
          <p:nvPr/>
        </p:nvPicPr>
        <p:blipFill>
          <a:blip r:embed="rId4"/>
          <a:srcRect l="2258" t="6897" r="5233" b="50530"/>
          <a:stretch>
            <a:fillRect/>
          </a:stretch>
        </p:blipFill>
        <p:spPr>
          <a:xfrm rot="10800000" flipH="1">
            <a:off x="2420773" y="3600448"/>
            <a:ext cx="3536193" cy="1528727"/>
          </a:xfrm>
          <a:prstGeom prst="rect">
            <a:avLst/>
          </a:prstGeom>
          <a:ln>
            <a:noFill/>
          </a:ln>
        </p:spPr>
      </p:pic>
      <p:pic>
        <p:nvPicPr>
          <p:cNvPr id="19" name="Picture 18">
            <a:extLst>
              <a:ext uri="{FF2B5EF4-FFF2-40B4-BE49-F238E27FC236}">
                <a16:creationId xmlns:a16="http://schemas.microsoft.com/office/drawing/2014/main" id="{160D2ED0-BD76-6E11-DCFC-02F29FCB7B1D}"/>
              </a:ext>
            </a:extLst>
          </p:cNvPr>
          <p:cNvPicPr>
            <a:picLocks noChangeAspect="1"/>
          </p:cNvPicPr>
          <p:nvPr/>
        </p:nvPicPr>
        <p:blipFill>
          <a:blip r:embed="rId4"/>
          <a:srcRect l="2258" t="6897"/>
          <a:stretch>
            <a:fillRect/>
          </a:stretch>
        </p:blipFill>
        <p:spPr>
          <a:xfrm flipH="1">
            <a:off x="2220747" y="571500"/>
            <a:ext cx="3736218" cy="3343205"/>
          </a:xfrm>
          <a:prstGeom prst="rect">
            <a:avLst/>
          </a:prstGeom>
          <a:ln>
            <a:noFill/>
          </a:ln>
        </p:spPr>
      </p:pic>
      <p:pic>
        <p:nvPicPr>
          <p:cNvPr id="20" name="Picture 19">
            <a:extLst>
              <a:ext uri="{FF2B5EF4-FFF2-40B4-BE49-F238E27FC236}">
                <a16:creationId xmlns:a16="http://schemas.microsoft.com/office/drawing/2014/main" id="{C5186825-CAF5-CFED-F29F-7480AECBBD50}"/>
              </a:ext>
            </a:extLst>
          </p:cNvPr>
          <p:cNvPicPr>
            <a:picLocks noChangeAspect="1"/>
          </p:cNvPicPr>
          <p:nvPr/>
        </p:nvPicPr>
        <p:blipFill>
          <a:blip r:embed="rId4"/>
          <a:srcRect l="2258" t="28305" b="53392"/>
          <a:stretch>
            <a:fillRect/>
          </a:stretch>
        </p:blipFill>
        <p:spPr>
          <a:xfrm flipH="1">
            <a:off x="2220747" y="2038350"/>
            <a:ext cx="3736218" cy="1695450"/>
          </a:xfrm>
          <a:prstGeom prst="rect">
            <a:avLst/>
          </a:prstGeom>
          <a:ln>
            <a:noFill/>
          </a:ln>
        </p:spPr>
      </p:pic>
      <p:pic>
        <p:nvPicPr>
          <p:cNvPr id="21" name="Picture 20">
            <a:extLst>
              <a:ext uri="{FF2B5EF4-FFF2-40B4-BE49-F238E27FC236}">
                <a16:creationId xmlns:a16="http://schemas.microsoft.com/office/drawing/2014/main" id="{2E4491A5-C7AF-4DF7-5B5E-F0FDBAA7B464}"/>
              </a:ext>
            </a:extLst>
          </p:cNvPr>
          <p:cNvPicPr>
            <a:picLocks noChangeAspect="1"/>
          </p:cNvPicPr>
          <p:nvPr/>
        </p:nvPicPr>
        <p:blipFill>
          <a:blip r:embed="rId4"/>
          <a:srcRect l="37997" t="48008" r="7931" b="13422"/>
          <a:stretch>
            <a:fillRect/>
          </a:stretch>
        </p:blipFill>
        <p:spPr>
          <a:xfrm rot="5242288" flipH="1">
            <a:off x="1573413" y="943147"/>
            <a:ext cx="2047877" cy="1384995"/>
          </a:xfrm>
          <a:prstGeom prst="rect">
            <a:avLst/>
          </a:prstGeom>
          <a:ln>
            <a:noFill/>
          </a:ln>
        </p:spPr>
      </p:pic>
      <p:sp>
        <p:nvSpPr>
          <p:cNvPr id="22" name="TextBox 21">
            <a:extLst>
              <a:ext uri="{FF2B5EF4-FFF2-40B4-BE49-F238E27FC236}">
                <a16:creationId xmlns:a16="http://schemas.microsoft.com/office/drawing/2014/main" id="{E1165624-1D9F-9305-5475-BC9B91E0FB9F}"/>
              </a:ext>
            </a:extLst>
          </p:cNvPr>
          <p:cNvSpPr txBox="1"/>
          <p:nvPr/>
        </p:nvSpPr>
        <p:spPr>
          <a:xfrm>
            <a:off x="2950619" y="1014289"/>
            <a:ext cx="2476500" cy="3693319"/>
          </a:xfrm>
          <a:prstGeom prst="rect">
            <a:avLst/>
          </a:prstGeom>
          <a:noFill/>
          <a:ln>
            <a:noFill/>
          </a:ln>
        </p:spPr>
        <p:txBody>
          <a:bodyPr wrap="square" rtlCol="0">
            <a:spAutoFit/>
          </a:bodyPr>
          <a:lstStyle/>
          <a:p>
            <a:r>
              <a:rPr lang="en-US" dirty="0"/>
              <a:t>No blasted survivor</a:t>
            </a:r>
          </a:p>
          <a:p>
            <a:r>
              <a:rPr lang="en-US" dirty="0"/>
              <a:t>*sigh* …those oozes will eat about anything.  You get anything good from the chest? Only thing I needed was this parchment. It’s mostly ruined except for this “…under the shadow of the swamp we were moved” </a:t>
            </a:r>
          </a:p>
          <a:p>
            <a:r>
              <a:rPr lang="en-US" b="1" dirty="0"/>
              <a:t>Quickly! To Godslost Swamp.</a:t>
            </a:r>
          </a:p>
        </p:txBody>
      </p:sp>
      <p:sp>
        <p:nvSpPr>
          <p:cNvPr id="23" name="TextBox 22">
            <a:extLst>
              <a:ext uri="{FF2B5EF4-FFF2-40B4-BE49-F238E27FC236}">
                <a16:creationId xmlns:a16="http://schemas.microsoft.com/office/drawing/2014/main" id="{9D3600B6-EC4E-6E45-4B43-DEB34B332FAE}"/>
              </a:ext>
            </a:extLst>
          </p:cNvPr>
          <p:cNvSpPr txBox="1"/>
          <p:nvPr/>
        </p:nvSpPr>
        <p:spPr>
          <a:xfrm>
            <a:off x="4599343" y="4269856"/>
            <a:ext cx="753974" cy="523220"/>
          </a:xfrm>
          <a:prstGeom prst="rect">
            <a:avLst/>
          </a:prstGeom>
          <a:noFill/>
          <a:ln>
            <a:noFill/>
          </a:ln>
        </p:spPr>
        <p:txBody>
          <a:bodyPr wrap="square" rtlCol="0">
            <a:spAutoFit/>
          </a:bodyPr>
          <a:lstStyle/>
          <a:p>
            <a:pPr algn="r"/>
            <a:r>
              <a:rPr lang="en-US" sz="2800" b="1" dirty="0">
                <a:latin typeface="Harrington" panose="04040505050A02020702" pitchFamily="82" charset="0"/>
              </a:rPr>
              <a:t>22</a:t>
            </a:r>
          </a:p>
        </p:txBody>
      </p:sp>
    </p:spTree>
    <p:extLst>
      <p:ext uri="{BB962C8B-B14F-4D97-AF65-F5344CB8AC3E}">
        <p14:creationId xmlns:p14="http://schemas.microsoft.com/office/powerpoint/2010/main" val="2117494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5D2FD-DE80-34E6-74CB-080446CD36E3}"/>
            </a:ext>
          </a:extLst>
        </p:cNvPr>
        <p:cNvGrpSpPr/>
        <p:nvPr/>
      </p:nvGrpSpPr>
      <p:grpSpPr>
        <a:xfrm>
          <a:off x="0" y="0"/>
          <a:ext cx="0" cy="0"/>
          <a:chOff x="0" y="0"/>
          <a:chExt cx="0" cy="0"/>
        </a:xfrm>
      </p:grpSpPr>
      <p:pic>
        <p:nvPicPr>
          <p:cNvPr id="7" name="Picture 6" descr="A video game character wearing armor&#10;&#10;AI-generated content may be incorrect.">
            <a:extLst>
              <a:ext uri="{FF2B5EF4-FFF2-40B4-BE49-F238E27FC236}">
                <a16:creationId xmlns:a16="http://schemas.microsoft.com/office/drawing/2014/main" id="{7B88070F-1051-554A-E8E8-8884C61E26AE}"/>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3319" b="97345" l="9735" r="89971">
                        <a14:foregroundMark x1="50590" y1="3466" x2="42773" y2="10251"/>
                        <a14:foregroundMark x1="42773" y1="10251" x2="42478" y2="13717"/>
                        <a14:foregroundMark x1="24484" y1="95870" x2="34218" y2="90708"/>
                        <a14:foregroundMark x1="34218" y1="90708" x2="34218" y2="90265"/>
                        <a14:foregroundMark x1="75811" y1="97345" x2="69469" y2="89307"/>
                        <a14:foregroundMark x1="18879" y1="97345" x2="18879" y2="97345"/>
                        <a14:foregroundMark x1="20206" y1="96829" x2="22714" y2="96091"/>
                        <a14:foregroundMark x1="44690" y1="71681" x2="44690" y2="69838"/>
                        <a14:foregroundMark x1="77286" y1="64307" x2="76106" y2="65708"/>
                        <a14:foregroundMark x1="25074" y1="65855" x2="24189" y2="67920"/>
                        <a14:foregroundMark x1="24189" y1="65265" x2="23894" y2="64454"/>
                        <a14:backgroundMark x1="48083" y1="73599" x2="48820" y2="92920"/>
                        <a14:backgroundMark x1="43068" y1="71239" x2="43068" y2="71239"/>
                        <a14:backgroundMark x1="53097" y1="70428" x2="53097" y2="70428"/>
                        <a14:backgroundMark x1="76696" y1="60029" x2="76106" y2="61357"/>
                        <a14:backgroundMark x1="27434" y1="65413" x2="26401" y2="62537"/>
                        <a14:backgroundMark x1="67847" y1="34735" x2="68289" y2="35546"/>
                        <a14:backgroundMark x1="68289" y1="38348" x2="72566" y2="42330"/>
                        <a14:backgroundMark x1="75074" y1="44985" x2="73894" y2="43732"/>
                        <a14:backgroundMark x1="69764" y1="34440" x2="67994" y2="33333"/>
                        <a14:backgroundMark x1="31121" y1="33923" x2="30236" y2="35029"/>
                        <a14:backgroundMark x1="31711" y1="37537" x2="29941" y2="39971"/>
                        <a14:backgroundMark x1="31416" y1="37094" x2="31416" y2="36504"/>
                        <a14:backgroundMark x1="29941" y1="34587" x2="30531" y2="33333"/>
                        <a14:backgroundMark x1="73304" y1="65265" x2="72566" y2="61136"/>
                      </a14:backgroundRemoval>
                    </a14:imgEffect>
                    <a14:imgEffect>
                      <a14:artisticCutout trans="50000" numberOfShades="6"/>
                    </a14:imgEffect>
                  </a14:imgLayer>
                </a14:imgProps>
              </a:ext>
              <a:ext uri="{28A0092B-C50C-407E-A947-70E740481C1C}">
                <a14:useLocalDpi xmlns:a14="http://schemas.microsoft.com/office/drawing/2010/main" val="0"/>
              </a:ext>
            </a:extLst>
          </a:blip>
          <a:srcRect l="-5995" t="-160" r="-94458" b="160"/>
          <a:stretch>
            <a:fillRect/>
          </a:stretch>
        </p:blipFill>
        <p:spPr>
          <a:xfrm>
            <a:off x="0" y="581025"/>
            <a:ext cx="5956968" cy="5943600"/>
          </a:xfrm>
          <a:prstGeom prst="rect">
            <a:avLst/>
          </a:prstGeom>
          <a:effectLst>
            <a:softEdge rad="12700"/>
          </a:effectLst>
        </p:spPr>
      </p:pic>
      <p:pic>
        <p:nvPicPr>
          <p:cNvPr id="18" name="Picture 17">
            <a:extLst>
              <a:ext uri="{FF2B5EF4-FFF2-40B4-BE49-F238E27FC236}">
                <a16:creationId xmlns:a16="http://schemas.microsoft.com/office/drawing/2014/main" id="{F92E17DD-42E5-78F5-92C3-02B280BDD7E2}"/>
              </a:ext>
            </a:extLst>
          </p:cNvPr>
          <p:cNvPicPr>
            <a:picLocks noChangeAspect="1"/>
          </p:cNvPicPr>
          <p:nvPr/>
        </p:nvPicPr>
        <p:blipFill>
          <a:blip r:embed="rId4"/>
          <a:srcRect l="2258" t="6897" r="5233" b="50530"/>
          <a:stretch>
            <a:fillRect/>
          </a:stretch>
        </p:blipFill>
        <p:spPr>
          <a:xfrm rot="10800000" flipH="1">
            <a:off x="2420773" y="3383225"/>
            <a:ext cx="3536193" cy="1528727"/>
          </a:xfrm>
          <a:prstGeom prst="rect">
            <a:avLst/>
          </a:prstGeom>
          <a:ln>
            <a:noFill/>
          </a:ln>
        </p:spPr>
      </p:pic>
      <p:pic>
        <p:nvPicPr>
          <p:cNvPr id="19" name="Picture 18">
            <a:extLst>
              <a:ext uri="{FF2B5EF4-FFF2-40B4-BE49-F238E27FC236}">
                <a16:creationId xmlns:a16="http://schemas.microsoft.com/office/drawing/2014/main" id="{4C72FA63-24E5-A857-48EE-5B669CAD9AD5}"/>
              </a:ext>
            </a:extLst>
          </p:cNvPr>
          <p:cNvPicPr>
            <a:picLocks noChangeAspect="1"/>
          </p:cNvPicPr>
          <p:nvPr/>
        </p:nvPicPr>
        <p:blipFill>
          <a:blip r:embed="rId4"/>
          <a:srcRect l="2258" t="6897"/>
          <a:stretch>
            <a:fillRect/>
          </a:stretch>
        </p:blipFill>
        <p:spPr>
          <a:xfrm flipH="1">
            <a:off x="2220747" y="571500"/>
            <a:ext cx="3736218" cy="3343205"/>
          </a:xfrm>
          <a:prstGeom prst="rect">
            <a:avLst/>
          </a:prstGeom>
          <a:ln>
            <a:noFill/>
          </a:ln>
        </p:spPr>
      </p:pic>
      <p:pic>
        <p:nvPicPr>
          <p:cNvPr id="20" name="Picture 19">
            <a:extLst>
              <a:ext uri="{FF2B5EF4-FFF2-40B4-BE49-F238E27FC236}">
                <a16:creationId xmlns:a16="http://schemas.microsoft.com/office/drawing/2014/main" id="{FE20AB58-8D3B-EBF9-4874-EE36E72202EB}"/>
              </a:ext>
            </a:extLst>
          </p:cNvPr>
          <p:cNvPicPr>
            <a:picLocks noChangeAspect="1"/>
          </p:cNvPicPr>
          <p:nvPr/>
        </p:nvPicPr>
        <p:blipFill>
          <a:blip r:embed="rId4"/>
          <a:srcRect l="2258" t="28305" b="53392"/>
          <a:stretch>
            <a:fillRect/>
          </a:stretch>
        </p:blipFill>
        <p:spPr>
          <a:xfrm flipH="1">
            <a:off x="2220747" y="2038350"/>
            <a:ext cx="3736218" cy="1695450"/>
          </a:xfrm>
          <a:prstGeom prst="rect">
            <a:avLst/>
          </a:prstGeom>
          <a:ln>
            <a:noFill/>
          </a:ln>
        </p:spPr>
      </p:pic>
      <p:pic>
        <p:nvPicPr>
          <p:cNvPr id="21" name="Picture 20">
            <a:extLst>
              <a:ext uri="{FF2B5EF4-FFF2-40B4-BE49-F238E27FC236}">
                <a16:creationId xmlns:a16="http://schemas.microsoft.com/office/drawing/2014/main" id="{168961AB-BCA6-AF8E-C436-E18A425B2F6E}"/>
              </a:ext>
            </a:extLst>
          </p:cNvPr>
          <p:cNvPicPr>
            <a:picLocks noChangeAspect="1"/>
          </p:cNvPicPr>
          <p:nvPr/>
        </p:nvPicPr>
        <p:blipFill>
          <a:blip r:embed="rId4"/>
          <a:srcRect l="37997" t="48008" r="7931" b="13422"/>
          <a:stretch>
            <a:fillRect/>
          </a:stretch>
        </p:blipFill>
        <p:spPr>
          <a:xfrm rot="5242288" flipH="1">
            <a:off x="1573413" y="943147"/>
            <a:ext cx="2047877" cy="1384995"/>
          </a:xfrm>
          <a:prstGeom prst="rect">
            <a:avLst/>
          </a:prstGeom>
          <a:ln>
            <a:noFill/>
          </a:ln>
        </p:spPr>
      </p:pic>
      <p:sp>
        <p:nvSpPr>
          <p:cNvPr id="22" name="TextBox 21">
            <a:extLst>
              <a:ext uri="{FF2B5EF4-FFF2-40B4-BE49-F238E27FC236}">
                <a16:creationId xmlns:a16="http://schemas.microsoft.com/office/drawing/2014/main" id="{B42BFB61-CEE0-63D5-3908-5DFF49042D0B}"/>
              </a:ext>
            </a:extLst>
          </p:cNvPr>
          <p:cNvSpPr txBox="1"/>
          <p:nvPr/>
        </p:nvSpPr>
        <p:spPr>
          <a:xfrm>
            <a:off x="2950619" y="1014289"/>
            <a:ext cx="2476500" cy="3139321"/>
          </a:xfrm>
          <a:prstGeom prst="rect">
            <a:avLst/>
          </a:prstGeom>
          <a:noFill/>
          <a:ln>
            <a:noFill/>
          </a:ln>
        </p:spPr>
        <p:txBody>
          <a:bodyPr wrap="square" rtlCol="0">
            <a:spAutoFit/>
          </a:bodyPr>
          <a:lstStyle/>
          <a:p>
            <a:r>
              <a:rPr lang="en-US" dirty="0"/>
              <a:t>A bloody behemoth demon?!? That would be a large enough distraction to smuggle slaves in any event. I’ll need to report this to Jen…the queen. </a:t>
            </a:r>
            <a:r>
              <a:rPr lang="en-US" b="1" dirty="0"/>
              <a:t>Please, proceed into </a:t>
            </a:r>
            <a:r>
              <a:rPr lang="en-US" b="1" dirty="0">
                <a:solidFill>
                  <a:schemeClr val="accent3"/>
                </a:solidFill>
              </a:rPr>
              <a:t>Kessex Hills </a:t>
            </a:r>
            <a:r>
              <a:rPr lang="en-US" b="1" dirty="0"/>
              <a:t>and see if you can find the trail of these smugglers.</a:t>
            </a:r>
            <a:r>
              <a:rPr lang="en-US" dirty="0"/>
              <a:t> </a:t>
            </a:r>
            <a:endParaRPr lang="en-US" b="1" dirty="0"/>
          </a:p>
        </p:txBody>
      </p:sp>
      <p:sp>
        <p:nvSpPr>
          <p:cNvPr id="23" name="TextBox 22">
            <a:extLst>
              <a:ext uri="{FF2B5EF4-FFF2-40B4-BE49-F238E27FC236}">
                <a16:creationId xmlns:a16="http://schemas.microsoft.com/office/drawing/2014/main" id="{CD6ED300-35EF-26B4-A161-33E23F892C02}"/>
              </a:ext>
            </a:extLst>
          </p:cNvPr>
          <p:cNvSpPr txBox="1"/>
          <p:nvPr/>
        </p:nvSpPr>
        <p:spPr>
          <a:xfrm>
            <a:off x="3931920" y="4052633"/>
            <a:ext cx="1421397" cy="523220"/>
          </a:xfrm>
          <a:prstGeom prst="rect">
            <a:avLst/>
          </a:prstGeom>
          <a:noFill/>
          <a:ln>
            <a:noFill/>
          </a:ln>
        </p:spPr>
        <p:txBody>
          <a:bodyPr wrap="square" rtlCol="0">
            <a:spAutoFit/>
          </a:bodyPr>
          <a:lstStyle/>
          <a:p>
            <a:pPr algn="r"/>
            <a:r>
              <a:rPr lang="en-US" sz="2800" b="1" dirty="0">
                <a:latin typeface="Harrington" panose="04040505050A02020702" pitchFamily="82" charset="0"/>
              </a:rPr>
              <a:t>24-End</a:t>
            </a:r>
          </a:p>
        </p:txBody>
      </p:sp>
    </p:spTree>
    <p:extLst>
      <p:ext uri="{BB962C8B-B14F-4D97-AF65-F5344CB8AC3E}">
        <p14:creationId xmlns:p14="http://schemas.microsoft.com/office/powerpoint/2010/main" val="35986960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F8F38-8129-4C0E-4B44-54848D4A3A97}"/>
            </a:ext>
          </a:extLst>
        </p:cNvPr>
        <p:cNvGrpSpPr/>
        <p:nvPr/>
      </p:nvGrpSpPr>
      <p:grpSpPr>
        <a:xfrm>
          <a:off x="0" y="0"/>
          <a:ext cx="0" cy="0"/>
          <a:chOff x="0" y="0"/>
          <a:chExt cx="0" cy="0"/>
        </a:xfrm>
      </p:grpSpPr>
      <p:pic>
        <p:nvPicPr>
          <p:cNvPr id="7" name="Picture 6" descr="A video game character wearing armor&#10;&#10;AI-generated content may be incorrect.">
            <a:extLst>
              <a:ext uri="{FF2B5EF4-FFF2-40B4-BE49-F238E27FC236}">
                <a16:creationId xmlns:a16="http://schemas.microsoft.com/office/drawing/2014/main" id="{C76FE98E-AD1F-ACA8-BF1A-B9D66F37A319}"/>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3319" b="97345" l="9735" r="89971">
                        <a14:foregroundMark x1="50590" y1="3466" x2="42773" y2="10251"/>
                        <a14:foregroundMark x1="42773" y1="10251" x2="42478" y2="13717"/>
                        <a14:foregroundMark x1="24484" y1="95870" x2="34218" y2="90708"/>
                        <a14:foregroundMark x1="34218" y1="90708" x2="34218" y2="90265"/>
                        <a14:foregroundMark x1="75811" y1="97345" x2="69469" y2="89307"/>
                        <a14:foregroundMark x1="18879" y1="97345" x2="18879" y2="97345"/>
                        <a14:foregroundMark x1="20206" y1="96829" x2="22714" y2="96091"/>
                        <a14:foregroundMark x1="44690" y1="71681" x2="44690" y2="69838"/>
                        <a14:foregroundMark x1="77286" y1="64307" x2="76106" y2="65708"/>
                        <a14:foregroundMark x1="25074" y1="65855" x2="24189" y2="67920"/>
                        <a14:foregroundMark x1="24189" y1="65265" x2="23894" y2="64454"/>
                        <a14:backgroundMark x1="48083" y1="73599" x2="48820" y2="92920"/>
                        <a14:backgroundMark x1="43068" y1="71239" x2="43068" y2="71239"/>
                        <a14:backgroundMark x1="53097" y1="70428" x2="53097" y2="70428"/>
                        <a14:backgroundMark x1="76696" y1="60029" x2="76106" y2="61357"/>
                        <a14:backgroundMark x1="27434" y1="65413" x2="26401" y2="62537"/>
                        <a14:backgroundMark x1="67847" y1="34735" x2="68289" y2="35546"/>
                        <a14:backgroundMark x1="68289" y1="38348" x2="72566" y2="42330"/>
                        <a14:backgroundMark x1="75074" y1="44985" x2="73894" y2="43732"/>
                        <a14:backgroundMark x1="69764" y1="34440" x2="67994" y2="33333"/>
                        <a14:backgroundMark x1="31121" y1="33923" x2="30236" y2="35029"/>
                        <a14:backgroundMark x1="31711" y1="37537" x2="29941" y2="39971"/>
                        <a14:backgroundMark x1="31416" y1="37094" x2="31416" y2="36504"/>
                        <a14:backgroundMark x1="29941" y1="34587" x2="30531" y2="33333"/>
                        <a14:backgroundMark x1="73304" y1="65265" x2="72566" y2="61136"/>
                      </a14:backgroundRemoval>
                    </a14:imgEffect>
                    <a14:imgEffect>
                      <a14:artisticCutout trans="50000" numberOfShades="6"/>
                    </a14:imgEffect>
                  </a14:imgLayer>
                </a14:imgProps>
              </a:ext>
              <a:ext uri="{28A0092B-C50C-407E-A947-70E740481C1C}">
                <a14:useLocalDpi xmlns:a14="http://schemas.microsoft.com/office/drawing/2010/main" val="0"/>
              </a:ext>
            </a:extLst>
          </a:blip>
          <a:srcRect l="-50226" r="-50226"/>
          <a:stretch>
            <a:fillRect/>
          </a:stretch>
        </p:blipFill>
        <p:spPr>
          <a:xfrm>
            <a:off x="-1975518" y="914400"/>
            <a:ext cx="5956968" cy="5943600"/>
          </a:xfrm>
          <a:prstGeom prst="rect">
            <a:avLst/>
          </a:prstGeom>
          <a:effectLst>
            <a:softEdge rad="12700"/>
          </a:effectLst>
        </p:spPr>
      </p:pic>
      <p:pic>
        <p:nvPicPr>
          <p:cNvPr id="9" name="Picture 8" descr="A cartoon character in a garment&#10;&#10;AI-generated content may be incorrect.">
            <a:extLst>
              <a:ext uri="{FF2B5EF4-FFF2-40B4-BE49-F238E27FC236}">
                <a16:creationId xmlns:a16="http://schemas.microsoft.com/office/drawing/2014/main" id="{3445BC80-32F6-7B3C-7429-4FB2DD84B4F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2073" b="97021" l="7375" r="94250">
                        <a14:foregroundMark x1="8125" y1="15544" x2="34500" y2="4469"/>
                        <a14:foregroundMark x1="34500" y1="4469" x2="45500" y2="4016"/>
                        <a14:foregroundMark x1="77375" y1="15155" x2="76250" y2="27202"/>
                        <a14:foregroundMark x1="73625" y1="32902" x2="73625" y2="30829"/>
                        <a14:foregroundMark x1="75750" y1="33225" x2="73625" y2="29275"/>
                        <a14:foregroundMark x1="25875" y1="32642" x2="25625" y2="30246"/>
                        <a14:foregroundMark x1="19500" y1="38212" x2="16250" y2="44041"/>
                        <a14:foregroundMark x1="44875" y1="47927" x2="52625" y2="47798"/>
                        <a14:foregroundMark x1="76750" y1="48769" x2="85875" y2="63860"/>
                        <a14:foregroundMark x1="88125" y1="73769" x2="88625" y2="74288"/>
                        <a14:foregroundMark x1="70125" y1="90997" x2="64250" y2="93782"/>
                        <a14:foregroundMark x1="60125" y1="94171" x2="64250" y2="91645"/>
                        <a14:foregroundMark x1="76750" y1="97085" x2="72250" y2="92487"/>
                        <a14:foregroundMark x1="84250" y1="93199" x2="75750" y2="90544"/>
                        <a14:foregroundMark x1="58625" y1="95142" x2="59625" y2="94171"/>
                        <a14:foregroundMark x1="33125" y1="91516" x2="34750" y2="86917"/>
                        <a14:foregroundMark x1="17250" y1="92098" x2="31250" y2="88212"/>
                        <a14:foregroundMark x1="31250" y1="88212" x2="32625" y2="88212"/>
                        <a14:foregroundMark x1="13875" y1="92746" x2="15750" y2="92098"/>
                        <a14:foregroundMark x1="9000" y1="62759" x2="10625" y2="66256"/>
                        <a14:foregroundMark x1="10875" y1="68459" x2="11125" y2="69560"/>
                        <a14:foregroundMark x1="17000" y1="71503" x2="17875" y2="72927"/>
                        <a14:foregroundMark x1="16750" y1="72927" x2="17000" y2="74288"/>
                        <a14:foregroundMark x1="7375" y1="41386" x2="7375" y2="38083"/>
                        <a14:foregroundMark x1="24000" y1="5570" x2="28000" y2="3886"/>
                        <a14:foregroundMark x1="93750" y1="17098" x2="88875" y2="17228"/>
                        <a14:foregroundMark x1="94250" y1="63472" x2="92625" y2="59197"/>
                        <a14:foregroundMark x1="68750" y1="6801" x2="56750" y2="5440"/>
                        <a14:foregroundMark x1="52375" y1="3497" x2="51375" y2="3303"/>
                        <a14:foregroundMark x1="62875" y1="2655" x2="65875" y2="2785"/>
                        <a14:foregroundMark x1="35750" y1="2332" x2="40625" y2="2785"/>
                        <a14:foregroundMark x1="60125" y1="2202" x2="62875" y2="2073"/>
                        <a14:backgroundMark x1="71500" y1="47345" x2="72750" y2="53174"/>
                      </a14:backgroundRemoval>
                    </a14:imgEffect>
                    <a14:imgEffect>
                      <a14:artisticCutout trans="50000" numberOfShades="6"/>
                    </a14:imgEffect>
                  </a14:imgLayer>
                </a14:imgProps>
              </a:ext>
              <a:ext uri="{28A0092B-C50C-407E-A947-70E740481C1C}">
                <a14:useLocalDpi xmlns:a14="http://schemas.microsoft.com/office/drawing/2010/main" val="0"/>
              </a:ext>
            </a:extLst>
          </a:blip>
          <a:stretch>
            <a:fillRect/>
          </a:stretch>
        </p:blipFill>
        <p:spPr>
          <a:xfrm>
            <a:off x="4048323" y="3429000"/>
            <a:ext cx="1776684" cy="3429000"/>
          </a:xfrm>
          <a:prstGeom prst="rect">
            <a:avLst/>
          </a:prstGeom>
          <a:effectLst>
            <a:softEdge rad="12700"/>
          </a:effectLst>
        </p:spPr>
      </p:pic>
      <p:pic>
        <p:nvPicPr>
          <p:cNvPr id="11" name="Picture 10" descr="A video game character in armor&#10;&#10;AI-generated content may be incorrect.">
            <a:extLst>
              <a:ext uri="{FF2B5EF4-FFF2-40B4-BE49-F238E27FC236}">
                <a16:creationId xmlns:a16="http://schemas.microsoft.com/office/drawing/2014/main" id="{28DDF7E5-8EFE-7786-FF03-A6B25328FEE8}"/>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3640" b="95061" l="7125" r="95000">
                        <a14:foregroundMark x1="28484" y1="17443" x2="32250" y2="21750"/>
                        <a14:foregroundMark x1="24750" y1="13172" x2="25702" y2="14261"/>
                        <a14:foregroundMark x1="32250" y1="21750" x2="40500" y2="16291"/>
                        <a14:foregroundMark x1="40500" y1="16291" x2="65125" y2="20624"/>
                        <a14:foregroundMark x1="68969" y1="16307" x2="71375" y2="13605"/>
                        <a14:foregroundMark x1="65125" y1="20624" x2="68910" y2="16373"/>
                        <a14:foregroundMark x1="71375" y1="13605" x2="75875" y2="22704"/>
                        <a14:foregroundMark x1="75875" y1="22704" x2="85750" y2="24177"/>
                        <a14:foregroundMark x1="85750" y1="24177" x2="93125" y2="32929"/>
                        <a14:foregroundMark x1="93125" y1="32929" x2="89875" y2="41334"/>
                        <a14:foregroundMark x1="89875" y1="41334" x2="93250" y2="59099"/>
                        <a14:foregroundMark x1="93250" y1="59099" x2="91000" y2="67418"/>
                        <a14:foregroundMark x1="82680" y1="64496" x2="81375" y2="64038"/>
                        <a14:foregroundMark x1="91000" y1="67418" x2="83375" y2="64740"/>
                        <a14:foregroundMark x1="81375" y1="64038" x2="85000" y2="54506"/>
                        <a14:foregroundMark x1="85000" y1="54506" x2="77125" y2="43847"/>
                        <a14:foregroundMark x1="77125" y1="43847" x2="67625" y2="39601"/>
                        <a14:foregroundMark x1="67625" y1="39601" x2="59500" y2="53206"/>
                        <a14:foregroundMark x1="59500" y1="53206" x2="69250" y2="56153"/>
                        <a14:foregroundMark x1="69250" y1="56153" x2="75000" y2="64818"/>
                        <a14:foregroundMark x1="75000" y1="64818" x2="70000" y2="82149"/>
                        <a14:foregroundMark x1="70000" y1="82149" x2="72750" y2="89688"/>
                        <a14:foregroundMark x1="72750" y1="89688" x2="57000" y2="65685"/>
                        <a14:foregroundMark x1="57000" y1="65685" x2="39375" y2="75563"/>
                        <a14:foregroundMark x1="39375" y1="75563" x2="34625" y2="85182"/>
                        <a14:foregroundMark x1="34625" y1="85182" x2="25000" y2="91594"/>
                        <a14:foregroundMark x1="25000" y1="91594" x2="31375" y2="81282"/>
                        <a14:foregroundMark x1="31375" y1="81282" x2="29250" y2="70711"/>
                        <a14:foregroundMark x1="29250" y1="70711" x2="38000" y2="51127"/>
                        <a14:foregroundMark x1="38000" y1="51127" x2="34000" y2="44281"/>
                        <a14:foregroundMark x1="28175" y1="46452" x2="22375" y2="48614"/>
                        <a14:foregroundMark x1="34000" y1="44281" x2="30153" y2="45715"/>
                        <a14:foregroundMark x1="22375" y1="48614" x2="8500" y2="70277"/>
                        <a14:foregroundMark x1="8500" y1="70277" x2="7750" y2="62218"/>
                        <a14:foregroundMark x1="7750" y1="62218" x2="11875" y2="42634"/>
                        <a14:foregroundMark x1="19309" y1="37024" x2="21750" y2="35182"/>
                        <a14:foregroundMark x1="11875" y1="42634" x2="14361" y2="40758"/>
                        <a14:foregroundMark x1="21750" y1="35182" x2="28500" y2="21664"/>
                        <a14:foregroundMark x1="33750" y1="33016" x2="67250" y2="27470"/>
                        <a14:foregroundMark x1="67250" y1="27470" x2="80250" y2="29376"/>
                        <a14:foregroundMark x1="80250" y1="29376" x2="85556" y2="36305"/>
                        <a14:foregroundMark x1="43500" y1="87088" x2="42375" y2="83016"/>
                        <a14:foregroundMark x1="23500" y1="93154" x2="33000" y2="90208"/>
                        <a14:foregroundMark x1="33000" y1="90208" x2="35000" y2="86135"/>
                        <a14:foregroundMark x1="33000" y1="93068" x2="25125" y2="93588"/>
                        <a14:foregroundMark x1="19875" y1="91248" x2="25750" y2="89428"/>
                        <a14:foregroundMark x1="17375" y1="89861" x2="19875" y2="89428"/>
                        <a14:foregroundMark x1="15875" y1="91248" x2="21875" y2="90381"/>
                        <a14:foregroundMark x1="17750" y1="89428" x2="20500" y2="89688"/>
                        <a14:foregroundMark x1="64375" y1="94194" x2="76875" y2="95147"/>
                        <a14:foregroundMark x1="76875" y1="95147" x2="81250" y2="93761"/>
                        <a14:foregroundMark x1="88625" y1="22877" x2="93875" y2="18458"/>
                        <a14:foregroundMark x1="72000" y1="12738" x2="66750" y2="5806"/>
                        <a14:foregroundMark x1="66750" y1="5806" x2="66750" y2="5806"/>
                        <a14:foregroundMark x1="65000" y1="16811" x2="64625" y2="14125"/>
                        <a14:foregroundMark x1="66625" y1="6239" x2="65625" y2="3640"/>
                        <a14:foregroundMark x1="59250" y1="19064" x2="57625" y2="13778"/>
                        <a14:foregroundMark x1="47000" y1="15425" x2="40125" y2="14471"/>
                        <a14:foregroundMark x1="41125" y1="13432" x2="45750" y2="14471"/>
                        <a14:foregroundMark x1="24875" y1="12738" x2="25375" y2="11785"/>
                        <a14:foregroundMark x1="10750" y1="40295" x2="10875" y2="37782"/>
                        <a14:foregroundMark x1="9125" y1="45147" x2="11750" y2="40988"/>
                        <a14:foregroundMark x1="7250" y1="50000" x2="8250" y2="48354"/>
                        <a14:foregroundMark x1="13875" y1="70451" x2="13875" y2="67331"/>
                        <a14:foregroundMark x1="80000" y1="12912" x2="81000" y2="16811"/>
                        <a14:foregroundMark x1="95000" y1="17244" x2="94500" y2="18891"/>
                        <a14:foregroundMark x1="11750" y1="35875" x2="11125" y2="37088"/>
                        <a14:foregroundMark x1="21125" y1="32236" x2="22375" y2="30849"/>
                        <a14:foregroundMark x1="21125" y1="30416" x2="22375" y2="29203"/>
                        <a14:foregroundMark x1="22125" y1="29463" x2="23125" y2="27903"/>
                        <a14:foregroundMark x1="23750" y1="26256" x2="23375" y2="24870"/>
                        <a14:foregroundMark x1="23875" y1="24870" x2="23125" y2="23744"/>
                        <a14:foregroundMark x1="24375" y1="15251" x2="26875" y2="19151"/>
                        <a14:foregroundMark x1="70250" y1="45841" x2="70000" y2="48440"/>
                        <a14:foregroundMark x1="70000" y1="47054" x2="68250" y2="49307"/>
                        <a14:foregroundMark x1="68000" y1="47920" x2="69250" y2="46101"/>
                        <a14:backgroundMark x1="28375" y1="49827" x2="21375" y2="61698"/>
                        <a14:backgroundMark x1="79375" y1="60832" x2="76250" y2="54333"/>
                        <a14:backgroundMark x1="72750" y1="48873" x2="73000" y2="45841"/>
                        <a14:backgroundMark x1="66000" y1="47400" x2="67375" y2="44887"/>
                        <a14:backgroundMark x1="86375" y1="37955" x2="85375" y2="38648"/>
                        <a14:backgroundMark x1="87875" y1="20797" x2="89250" y2="19324"/>
                        <a14:backgroundMark x1="68375" y1="15251" x2="65750" y2="12478"/>
                        <a14:backgroundMark x1="86250" y1="21837" x2="88250" y2="20537"/>
                        <a14:backgroundMark x1="86375" y1="37782" x2="86000" y2="37348"/>
                        <a14:backgroundMark x1="64750" y1="49307" x2="66375" y2="46794"/>
                        <a14:backgroundMark x1="69625" y1="42374" x2="69000" y2="41508"/>
                        <a14:backgroundMark x1="76250" y1="52253" x2="75000" y2="52773"/>
                        <a14:backgroundMark x1="83375" y1="66638" x2="83250" y2="64471"/>
                        <a14:backgroundMark x1="78250" y1="74870" x2="79250" y2="75563"/>
                        <a14:backgroundMark x1="79000" y1="68198" x2="78250" y2="66984"/>
                        <a14:backgroundMark x1="79250" y1="64038" x2="79625" y2="62045"/>
                        <a14:backgroundMark x1="62375" y1="80936" x2="62625" y2="81802"/>
                        <a14:backgroundMark x1="63375" y1="85875" x2="59625" y2="95061"/>
                        <a14:backgroundMark x1="59625" y1="95061" x2="59000" y2="95667"/>
                        <a14:backgroundMark x1="23375" y1="74870" x2="23375" y2="74263"/>
                        <a14:backgroundMark x1="23500" y1="70711" x2="23500" y2="70711"/>
                        <a14:backgroundMark x1="25125" y1="67244" x2="25750" y2="66378"/>
                        <a14:backgroundMark x1="30750" y1="49740" x2="28125" y2="46360"/>
                        <a14:backgroundMark x1="29125" y1="46534" x2="29125" y2="45581"/>
                        <a14:backgroundMark x1="17375" y1="38648" x2="14500" y2="38648"/>
                        <a14:backgroundMark x1="15750" y1="42201" x2="18375" y2="37522"/>
                        <a14:backgroundMark x1="14875" y1="41768" x2="13250" y2="38215"/>
                        <a14:backgroundMark x1="14125" y1="40728" x2="19375" y2="36915"/>
                        <a14:backgroundMark x1="14750" y1="41075" x2="13750" y2="40035"/>
                        <a14:backgroundMark x1="29125" y1="45407" x2="28375" y2="46534"/>
                        <a14:backgroundMark x1="31500" y1="18024" x2="27082" y2="15846"/>
                        <a14:backgroundMark x1="40000" y1="87955" x2="42125" y2="91508"/>
                        <a14:backgroundMark x1="39125" y1="87262" x2="39125" y2="86828"/>
                      </a14:backgroundRemoval>
                    </a14:imgEffect>
                    <a14:imgEffect>
                      <a14:artisticCutout trans="50000" numberOfShades="6"/>
                    </a14:imgEffect>
                  </a14:imgLayer>
                </a14:imgProps>
              </a:ext>
              <a:ext uri="{28A0092B-C50C-407E-A947-70E740481C1C}">
                <a14:useLocalDpi xmlns:a14="http://schemas.microsoft.com/office/drawing/2010/main" val="0"/>
              </a:ext>
            </a:extLst>
          </a:blip>
          <a:stretch>
            <a:fillRect/>
          </a:stretch>
        </p:blipFill>
        <p:spPr>
          <a:xfrm>
            <a:off x="8088764" y="-190500"/>
            <a:ext cx="4754246" cy="6858000"/>
          </a:xfrm>
          <a:prstGeom prst="rect">
            <a:avLst/>
          </a:prstGeom>
          <a:effectLst>
            <a:softEdge rad="25400"/>
          </a:effectLst>
        </p:spPr>
      </p:pic>
      <p:pic>
        <p:nvPicPr>
          <p:cNvPr id="13" name="Picture 12" descr="A person in a armor&#10;&#10;AI-generated content may be incorrect.">
            <a:extLst>
              <a:ext uri="{FF2B5EF4-FFF2-40B4-BE49-F238E27FC236}">
                <a16:creationId xmlns:a16="http://schemas.microsoft.com/office/drawing/2014/main" id="{BC8C3889-B0CC-533B-E5B4-729281D967B5}"/>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7407" l="9956" r="89823">
                        <a14:foregroundMark x1="75442" y1="97407" x2="68363" y2="89907"/>
                        <a14:foregroundMark x1="68363" y1="89907" x2="67478" y2="74074"/>
                        <a14:foregroundMark x1="43142" y1="93611" x2="41814" y2="88611"/>
                        <a14:foregroundMark x1="71999" y1="49734" x2="73451" y2="52685"/>
                        <a14:foregroundMark x1="70354" y1="46389" x2="71921" y2="49575"/>
                        <a14:foregroundMark x1="69469" y1="54444" x2="71018" y2="52500"/>
                        <a14:backgroundMark x1="20354" y1="11111" x2="23673" y2="23611"/>
                        <a14:backgroundMark x1="66372" y1="50278" x2="60177" y2="43241"/>
                        <a14:backgroundMark x1="68238" y1="55897" x2="69027" y2="58056"/>
                        <a14:backgroundMark x1="66150" y1="50185" x2="68237" y2="55896"/>
                        <a14:backgroundMark x1="68142" y1="49630" x2="67699" y2="52500"/>
                      </a14:backgroundRemoval>
                    </a14:imgEffect>
                    <a14:imgEffect>
                      <a14:artisticCutout trans="50000" numberOfShades="6"/>
                    </a14:imgEffect>
                  </a14:imgLayer>
                </a14:imgProps>
              </a:ext>
              <a:ext uri="{28A0092B-C50C-407E-A947-70E740481C1C}">
                <a14:useLocalDpi xmlns:a14="http://schemas.microsoft.com/office/drawing/2010/main" val="0"/>
              </a:ext>
            </a:extLst>
          </a:blip>
          <a:stretch>
            <a:fillRect/>
          </a:stretch>
        </p:blipFill>
        <p:spPr>
          <a:xfrm>
            <a:off x="1540558" y="-1278188"/>
            <a:ext cx="3536696" cy="8450513"/>
          </a:xfrm>
          <a:prstGeom prst="rect">
            <a:avLst/>
          </a:prstGeom>
          <a:effectLst>
            <a:softEdge rad="12700"/>
          </a:effectLst>
        </p:spPr>
      </p:pic>
      <p:pic>
        <p:nvPicPr>
          <p:cNvPr id="15" name="Picture 14" descr="A video game character with a green garment&#10;&#10;AI-generated content may be incorrect.">
            <a:extLst>
              <a:ext uri="{FF2B5EF4-FFF2-40B4-BE49-F238E27FC236}">
                <a16:creationId xmlns:a16="http://schemas.microsoft.com/office/drawing/2014/main" id="{F5385BF8-7A23-3575-A8C2-09B66F1321CE}"/>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2912" b="95382" l="9607" r="89738">
                        <a14:foregroundMark x1="55022" y1="5723" x2="50873" y2="22189"/>
                        <a14:foregroundMark x1="72926" y1="10040" x2="72052" y2="10040"/>
                        <a14:foregroundMark x1="49782" y1="6827" x2="47817" y2="8434"/>
                        <a14:foregroundMark x1="46070" y1="6928" x2="42795" y2="8333"/>
                        <a14:foregroundMark x1="43231" y1="10743" x2="43668" y2="13353"/>
                        <a14:foregroundMark x1="42795" y1="14458" x2="40393" y2="16566"/>
                        <a14:foregroundMark x1="39956" y1="12751" x2="37336" y2="12952"/>
                        <a14:foregroundMark x1="61135" y1="4719" x2="58734" y2="3012"/>
                        <a14:foregroundMark x1="43886" y1="10040" x2="43013" y2="11245"/>
                        <a14:foregroundMark x1="47162" y1="7129" x2="51528" y2="4618"/>
                        <a14:foregroundMark x1="58079" y1="88655" x2="62009" y2="95382"/>
                        <a14:foregroundMark x1="62009" y1="95382" x2="59389" y2="91064"/>
                        <a14:backgroundMark x1="41485" y1="34137" x2="36681" y2="45683"/>
                        <a14:backgroundMark x1="69651" y1="33635" x2="77729" y2="46687"/>
                        <a14:backgroundMark x1="78384" y1="48293" x2="77729" y2="46988"/>
                        <a14:backgroundMark x1="65721" y1="17671" x2="66812" y2="19478"/>
                        <a14:backgroundMark x1="66376" y1="17671" x2="66376" y2="17068"/>
                      </a14:backgroundRemoval>
                    </a14:imgEffect>
                    <a14:imgEffect>
                      <a14:artisticCutout trans="50000" numberOfShades="6"/>
                    </a14:imgEffect>
                  </a14:imgLayer>
                </a14:imgProps>
              </a:ext>
              <a:ext uri="{28A0092B-C50C-407E-A947-70E740481C1C}">
                <a14:useLocalDpi xmlns:a14="http://schemas.microsoft.com/office/drawing/2010/main" val="0"/>
              </a:ext>
            </a:extLst>
          </a:blip>
          <a:stretch>
            <a:fillRect/>
          </a:stretch>
        </p:blipFill>
        <p:spPr>
          <a:xfrm>
            <a:off x="5500376" y="190500"/>
            <a:ext cx="3153578" cy="6858000"/>
          </a:xfrm>
          <a:prstGeom prst="rect">
            <a:avLst/>
          </a:prstGeom>
          <a:effectLst>
            <a:softEdge rad="12700"/>
          </a:effectLst>
        </p:spPr>
      </p:pic>
    </p:spTree>
    <p:extLst>
      <p:ext uri="{BB962C8B-B14F-4D97-AF65-F5344CB8AC3E}">
        <p14:creationId xmlns:p14="http://schemas.microsoft.com/office/powerpoint/2010/main" val="4129113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BBA62-D07B-29F1-0DFF-39457C932429}"/>
            </a:ext>
          </a:extLst>
        </p:cNvPr>
        <p:cNvGrpSpPr/>
        <p:nvPr/>
      </p:nvGrpSpPr>
      <p:grpSpPr>
        <a:xfrm>
          <a:off x="0" y="0"/>
          <a:ext cx="0" cy="0"/>
          <a:chOff x="0" y="0"/>
          <a:chExt cx="0" cy="0"/>
        </a:xfrm>
      </p:grpSpPr>
      <p:pic>
        <p:nvPicPr>
          <p:cNvPr id="5" name="Picture 4" descr="A person in a garment&#10;&#10;AI-generated content may be incorrect.">
            <a:extLst>
              <a:ext uri="{FF2B5EF4-FFF2-40B4-BE49-F238E27FC236}">
                <a16:creationId xmlns:a16="http://schemas.microsoft.com/office/drawing/2014/main" id="{CA96BF5C-2DD3-E8F6-C833-04F872CA98A4}"/>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3" b="97659" l="9921" r="89683">
                        <a14:foregroundMark x1="52381" y1="2341" x2="42063" y2="10033"/>
                        <a14:foregroundMark x1="40683" y1="13815" x2="40476" y2="14381"/>
                        <a14:foregroundMark x1="42063" y1="10033" x2="40898" y2="13225"/>
                        <a14:foregroundMark x1="57937" y1="5518" x2="57540" y2="14716"/>
                        <a14:foregroundMark x1="57540" y1="14716" x2="58333" y2="15217"/>
                        <a14:foregroundMark x1="74206" y1="22241" x2="88492" y2="54181"/>
                        <a14:foregroundMark x1="88492" y1="54181" x2="88095" y2="55017"/>
                        <a14:foregroundMark x1="77057" y1="91806" x2="77381" y2="95652"/>
                        <a14:foregroundMark x1="77029" y1="91472" x2="77057" y2="91806"/>
                        <a14:foregroundMark x1="77001" y1="91137" x2="77029" y2="91472"/>
                        <a14:foregroundMark x1="75397" y1="72074" x2="77001" y2="91137"/>
                        <a14:foregroundMark x1="28571" y1="73077" x2="30952" y2="83612"/>
                        <a14:foregroundMark x1="30952" y1="83612" x2="22222" y2="93645"/>
                        <a14:foregroundMark x1="13492" y1="52843" x2="24206" y2="25251"/>
                        <a14:foregroundMark x1="17857" y1="26589" x2="19444" y2="21237"/>
                        <a14:foregroundMark x1="78571" y1="97659" x2="79762" y2="96154"/>
                        <a14:foregroundMark x1="88889" y1="39465" x2="83333" y2="34281"/>
                        <a14:foregroundMark x1="47222" y1="2843" x2="51984" y2="2676"/>
                        <a14:foregroundMark x1="59524" y1="7860" x2="59524" y2="9197"/>
                        <a14:foregroundMark x1="60317" y1="14214" x2="60317" y2="15050"/>
                        <a14:foregroundMark x1="80952" y1="27090" x2="80159" y2="24749"/>
                        <a14:foregroundMark x1="82143" y1="47659" x2="81746" y2="46656"/>
                        <a14:foregroundMark x1="78968" y1="92475" x2="78968" y2="92475"/>
                        <a14:foregroundMark x1="80159" y1="92809" x2="80159" y2="92809"/>
                        <a14:foregroundMark x1="80952" y1="93478" x2="80952" y2="93478"/>
                        <a14:foregroundMark x1="81746" y1="93144" x2="81746" y2="93144"/>
                        <a14:foregroundMark x1="83333" y1="96656" x2="83333" y2="96656"/>
                        <a14:foregroundMark x1="80556" y1="91304" x2="80556" y2="91304"/>
                        <a14:foregroundMark x1="78571" y1="89130" x2="78571" y2="89130"/>
                        <a14:foregroundMark x1="44841" y1="2007" x2="46825" y2="1338"/>
                        <a14:foregroundMark x1="49206" y1="1003" x2="51190" y2="1003"/>
                        <a14:foregroundMark x1="53175" y1="836" x2="53175" y2="836"/>
                        <a14:backgroundMark x1="45238" y1="1003" x2="45238" y2="502"/>
                        <a14:backgroundMark x1="49206" y1="59866" x2="46825" y2="91304"/>
                        <a14:backgroundMark x1="46825" y1="91304" x2="62302" y2="93813"/>
                        <a14:backgroundMark x1="79762" y1="83278" x2="81746" y2="76087"/>
                        <a14:backgroundMark x1="79365" y1="69064" x2="78571" y2="69732"/>
                        <a14:backgroundMark x1="78571" y1="52341" x2="73810" y2="46656"/>
                        <a14:backgroundMark x1="74603" y1="46321" x2="76190" y2="47324"/>
                        <a14:backgroundMark x1="78571" y1="47324" x2="75794" y2="46154"/>
                        <a14:backgroundMark x1="74603" y1="45652" x2="74603" y2="46321"/>
                        <a14:backgroundMark x1="11508" y1="31773" x2="7540" y2="36288"/>
                        <a14:backgroundMark x1="28571" y1="35619" x2="28571" y2="37124"/>
                        <a14:backgroundMark x1="28968" y1="38796" x2="29762" y2="39465"/>
                        <a14:backgroundMark x1="29365" y1="35953" x2="28175" y2="33946"/>
                        <a14:backgroundMark x1="11111" y1="57191" x2="14286" y2="56355"/>
                        <a14:backgroundMark x1="50000" y1="57023" x2="50794" y2="64047"/>
                        <a14:backgroundMark x1="50000" y1="56020" x2="50000" y2="58194"/>
                        <a14:backgroundMark x1="49603" y1="54849" x2="46825" y2="57023"/>
                        <a14:backgroundMark x1="54365" y1="68562" x2="59524" y2="71237"/>
                        <a14:backgroundMark x1="92063" y1="39465" x2="90873" y2="37793"/>
                        <a14:backgroundMark x1="54762" y1="65552" x2="54365" y2="63378"/>
                        <a14:backgroundMark x1="57143" y1="69732" x2="57143" y2="69732"/>
                        <a14:backgroundMark x1="40079" y1="12375" x2="38492" y2="11538"/>
                        <a14:backgroundMark x1="55556" y1="502" x2="55556" y2="502"/>
                        <a14:backgroundMark x1="46032" y1="334" x2="46032" y2="334"/>
                        <a14:backgroundMark x1="53968" y1="334" x2="53968" y2="334"/>
                        <a14:backgroundMark x1="81746" y1="91806" x2="81746" y2="91806"/>
                        <a14:backgroundMark x1="81746" y1="91472" x2="81746" y2="91472"/>
                        <a14:backgroundMark x1="80952" y1="91137" x2="80952" y2="91137"/>
                        <a14:backgroundMark x1="49206" y1="334" x2="49206" y2="334"/>
                      </a14:backgroundRemoval>
                    </a14:imgEffect>
                    <a14:imgEffect>
                      <a14:artisticCutout trans="50000" numberOfShades="6"/>
                    </a14:imgEffect>
                  </a14:imgLayer>
                </a14:imgProps>
              </a:ext>
              <a:ext uri="{28A0092B-C50C-407E-A947-70E740481C1C}">
                <a14:useLocalDpi xmlns:a14="http://schemas.microsoft.com/office/drawing/2010/main" val="0"/>
              </a:ext>
            </a:extLst>
          </a:blip>
          <a:srcRect l="-65856" r="-71049"/>
          <a:stretch>
            <a:fillRect/>
          </a:stretch>
        </p:blipFill>
        <p:spPr>
          <a:xfrm>
            <a:off x="771525" y="581025"/>
            <a:ext cx="5686425" cy="5695950"/>
          </a:xfrm>
          <a:prstGeom prst="rect">
            <a:avLst/>
          </a:prstGeom>
          <a:effectLst>
            <a:softEdge rad="12700"/>
          </a:effectLst>
        </p:spPr>
      </p:pic>
      <p:pic>
        <p:nvPicPr>
          <p:cNvPr id="3" name="Picture 2" descr="A red armor with spikes&#10;&#10;AI-generated content may be incorrect.">
            <a:extLst>
              <a:ext uri="{FF2B5EF4-FFF2-40B4-BE49-F238E27FC236}">
                <a16:creationId xmlns:a16="http://schemas.microsoft.com/office/drawing/2014/main" id="{41700BB6-632C-2B61-80DF-449FD71E31CB}"/>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52" b="96204" l="4125" r="94125">
                        <a14:foregroundMark x1="75875" y1="14722" x2="70125" y2="26574"/>
                        <a14:foregroundMark x1="84000" y1="17222" x2="78375" y2="24352"/>
                        <a14:foregroundMark x1="93375" y1="25556" x2="85125" y2="31481"/>
                        <a14:foregroundMark x1="85125" y1="31481" x2="84500" y2="32685"/>
                        <a14:foregroundMark x1="91250" y1="31574" x2="86750" y2="36111"/>
                        <a14:foregroundMark x1="79625" y1="7500" x2="79500" y2="10463"/>
                        <a14:foregroundMark x1="65000" y1="11296" x2="68250" y2="24074"/>
                        <a14:foregroundMark x1="61500" y1="15278" x2="57750" y2="21389"/>
                        <a14:foregroundMark x1="12000" y1="23056" x2="22500" y2="35093"/>
                        <a14:foregroundMark x1="7500" y1="26296" x2="11000" y2="29167"/>
                        <a14:foregroundMark x1="6375" y1="17130" x2="12625" y2="24167"/>
                        <a14:foregroundMark x1="12625" y1="24167" x2="14375" y2="25000"/>
                        <a14:foregroundMark x1="12875" y1="17222" x2="17250" y2="25556"/>
                        <a14:foregroundMark x1="22625" y1="19167" x2="26875" y2="27778"/>
                        <a14:foregroundMark x1="52750" y1="9352" x2="50625" y2="12407"/>
                        <a14:foregroundMark x1="65625" y1="91296" x2="77250" y2="92222"/>
                        <a14:foregroundMark x1="77250" y1="92222" x2="78125" y2="92130"/>
                        <a14:foregroundMark x1="63000" y1="92500" x2="72750" y2="95278"/>
                        <a14:foregroundMark x1="69750" y1="96296" x2="63875" y2="96019"/>
                        <a14:foregroundMark x1="32625" y1="90741" x2="20375" y2="91296"/>
                        <a14:foregroundMark x1="20375" y1="91296" x2="19125" y2="92500"/>
                        <a14:foregroundMark x1="33125" y1="93796" x2="23125" y2="93519"/>
                        <a14:foregroundMark x1="23125" y1="93519" x2="20625" y2="92963"/>
                        <a14:foregroundMark x1="35000" y1="93519" x2="35000" y2="92407"/>
                        <a14:foregroundMark x1="18375" y1="69352" x2="18750" y2="71019"/>
                        <a14:foregroundMark x1="11750" y1="70741" x2="12625" y2="76852"/>
                        <a14:foregroundMark x1="13125" y1="74907" x2="15500" y2="77500"/>
                        <a14:foregroundMark x1="87125" y1="70741" x2="84875" y2="76019"/>
                        <a14:foregroundMark x1="88875" y1="65463" x2="89625" y2="68519"/>
                        <a14:foregroundMark x1="84125" y1="72963" x2="82625" y2="75000"/>
                        <a14:foregroundMark x1="19125" y1="72500" x2="19125" y2="71296"/>
                        <a14:foregroundMark x1="18750" y1="73241" x2="19125" y2="71944"/>
                        <a14:foregroundMark x1="7499" y1="58836" x2="9000" y2="58889"/>
                        <a14:foregroundMark x1="6875" y1="57130" x2="10500" y2="57500"/>
                        <a14:foregroundMark x1="6035" y1="56546" x2="8750" y2="57130"/>
                        <a14:foregroundMark x1="7591" y1="58980" x2="9000" y2="59167"/>
                        <a14:foregroundMark x1="4125" y1="58519" x2="5635" y2="58719"/>
                        <a14:foregroundMark x1="5375" y1="62222" x2="9375" y2="62222"/>
                        <a14:foregroundMark x1="93000" y1="58519" x2="88625" y2="59444"/>
                        <a14:foregroundMark x1="89704" y1="56048" x2="87750" y2="56389"/>
                        <a14:foregroundMark x1="91509" y1="53600" x2="88875" y2="54074"/>
                        <a14:foregroundMark x1="75875" y1="14722" x2="79250" y2="9167"/>
                        <a14:foregroundMark x1="82875" y1="28796" x2="87000" y2="25185"/>
                        <a14:foregroundMark x1="87375" y1="24352" x2="87125" y2="25278"/>
                        <a14:foregroundMark x1="90750" y1="22500" x2="90750" y2="22500"/>
                        <a14:foregroundMark x1="65625" y1="9167" x2="65625" y2="9167"/>
                        <a14:foregroundMark x1="78125" y1="66574" x2="78125" y2="66574"/>
                        <a14:foregroundMark x1="78000" y1="67778" x2="78000" y2="67778"/>
                        <a14:foregroundMark x1="77375" y1="68611" x2="77375" y2="68611"/>
                        <a14:foregroundMark x1="6125" y1="15463" x2="6125" y2="15463"/>
                        <a14:foregroundMark x1="5750" y1="16019" x2="6375" y2="16852"/>
                        <a14:foregroundMark x1="42750" y1="6852" x2="42750" y2="7685"/>
                        <a14:foregroundMark x1="39500" y1="84167" x2="38000" y2="82963"/>
                        <a14:foregroundMark x1="93375" y1="55278" x2="92747" y2="55411"/>
                        <a14:foregroundMark x1="93375" y1="53519" x2="90875" y2="53519"/>
                        <a14:foregroundMark x1="94125" y1="55185" x2="89750" y2="55833"/>
                        <a14:backgroundMark x1="30750" y1="47222" x2="27750" y2="56019"/>
                        <a14:backgroundMark x1="27750" y1="56019" x2="22250" y2="63148"/>
                        <a14:backgroundMark x1="22250" y1="63148" x2="22875" y2="71296"/>
                        <a14:backgroundMark x1="15375" y1="70000" x2="16250" y2="71944"/>
                        <a14:backgroundMark x1="6500" y1="60463" x2="4250" y2="59722"/>
                        <a14:backgroundMark x1="6375" y1="57963" x2="3500" y2="56944"/>
                        <a14:backgroundMark x1="7875" y1="63519" x2="5000" y2="62963"/>
                        <a14:backgroundMark x1="7000" y1="58056" x2="4500" y2="56944"/>
                        <a14:backgroundMark x1="93320" y1="54366" x2="94500" y2="54074"/>
                        <a14:backgroundMark x1="90750" y1="57407" x2="92160" y2="57183"/>
                        <a14:backgroundMark x1="93811" y1="54025" x2="94500" y2="53889"/>
                        <a14:backgroundMark x1="68000" y1="49722" x2="76125" y2="64722"/>
                        <a14:backgroundMark x1="75871" y1="68611" x2="75750" y2="70463"/>
                        <a14:backgroundMark x1="75925" y1="67778" x2="75871" y2="68611"/>
                        <a14:backgroundMark x1="76004" y1="66574" x2="75925" y2="67778"/>
                        <a14:backgroundMark x1="76125" y1="64722" x2="76004" y2="66574"/>
                        <a14:backgroundMark x1="81125" y1="66389" x2="81375" y2="70278"/>
                        <a14:backgroundMark x1="75750" y1="23889" x2="79875" y2="16574"/>
                        <a14:backgroundMark x1="85250" y1="30278" x2="86625" y2="28056"/>
                        <a14:backgroundMark x1="70125" y1="49722" x2="74625" y2="54444"/>
                        <a14:backgroundMark x1="94507" y1="55573" x2="95250" y2="55463"/>
                        <a14:backgroundMark x1="92250" y1="54444" x2="92250" y2="54444"/>
                        <a14:backgroundMark x1="92000" y1="55000" x2="92000" y2="55000"/>
                        <a14:backgroundMark x1="91500" y1="55185" x2="91500" y2="55185"/>
                      </a14:backgroundRemoval>
                    </a14:imgEffect>
                    <a14:imgEffect>
                      <a14:artisticCutout trans="50000" numberOfShades="6"/>
                    </a14:imgEffect>
                  </a14:imgLayer>
                </a14:imgProps>
              </a:ext>
              <a:ext uri="{28A0092B-C50C-407E-A947-70E740481C1C}">
                <a14:useLocalDpi xmlns:a14="http://schemas.microsoft.com/office/drawing/2010/main" val="0"/>
              </a:ext>
            </a:extLst>
          </a:blip>
          <a:stretch>
            <a:fillRect/>
          </a:stretch>
        </p:blipFill>
        <p:spPr>
          <a:xfrm>
            <a:off x="7861300" y="114300"/>
            <a:ext cx="5080000" cy="6858000"/>
          </a:xfrm>
          <a:prstGeom prst="rect">
            <a:avLst/>
          </a:prstGeom>
          <a:effectLst>
            <a:softEdge rad="12700"/>
          </a:effectLst>
        </p:spPr>
      </p:pic>
    </p:spTree>
    <p:extLst>
      <p:ext uri="{BB962C8B-B14F-4D97-AF65-F5344CB8AC3E}">
        <p14:creationId xmlns:p14="http://schemas.microsoft.com/office/powerpoint/2010/main" val="1947060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video game character wearing armor&#10;&#10;AI-generated content may be incorrect.">
            <a:extLst>
              <a:ext uri="{FF2B5EF4-FFF2-40B4-BE49-F238E27FC236}">
                <a16:creationId xmlns:a16="http://schemas.microsoft.com/office/drawing/2014/main" id="{EB9D2B65-B7DD-8B25-F696-F926A96D95B1}"/>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3319" b="97345" l="9735" r="89971">
                        <a14:foregroundMark x1="50590" y1="3466" x2="42773" y2="10251"/>
                        <a14:foregroundMark x1="42773" y1="10251" x2="42478" y2="13717"/>
                        <a14:foregroundMark x1="24484" y1="95870" x2="34218" y2="90708"/>
                        <a14:foregroundMark x1="34218" y1="90708" x2="34218" y2="90265"/>
                        <a14:foregroundMark x1="75811" y1="97345" x2="69469" y2="89307"/>
                        <a14:foregroundMark x1="18879" y1="97345" x2="18879" y2="97345"/>
                        <a14:foregroundMark x1="20206" y1="96829" x2="22714" y2="96091"/>
                        <a14:foregroundMark x1="44690" y1="71681" x2="44690" y2="69838"/>
                        <a14:foregroundMark x1="77286" y1="64307" x2="76106" y2="65708"/>
                        <a14:foregroundMark x1="25074" y1="65855" x2="24189" y2="67920"/>
                        <a14:foregroundMark x1="24189" y1="65265" x2="23894" y2="64454"/>
                        <a14:backgroundMark x1="48083" y1="73599" x2="48820" y2="92920"/>
                        <a14:backgroundMark x1="43068" y1="71239" x2="43068" y2="71239"/>
                        <a14:backgroundMark x1="53097" y1="70428" x2="53097" y2="70428"/>
                        <a14:backgroundMark x1="76696" y1="60029" x2="76106" y2="61357"/>
                        <a14:backgroundMark x1="27434" y1="65413" x2="26401" y2="62537"/>
                        <a14:backgroundMark x1="67847" y1="34735" x2="68289" y2="35546"/>
                        <a14:backgroundMark x1="68289" y1="38348" x2="72566" y2="42330"/>
                        <a14:backgroundMark x1="75074" y1="44985" x2="73894" y2="43732"/>
                        <a14:backgroundMark x1="69764" y1="34440" x2="67994" y2="33333"/>
                        <a14:backgroundMark x1="31121" y1="33923" x2="30236" y2="35029"/>
                        <a14:backgroundMark x1="31711" y1="37537" x2="29941" y2="39971"/>
                        <a14:backgroundMark x1="31416" y1="37094" x2="31416" y2="36504"/>
                        <a14:backgroundMark x1="29941" y1="34587" x2="30531" y2="33333"/>
                        <a14:backgroundMark x1="73304" y1="65265" x2="72566" y2="61136"/>
                      </a14:backgroundRemoval>
                    </a14:imgEffect>
                    <a14:imgEffect>
                      <a14:artisticCutout trans="50000" numberOfShades="6"/>
                    </a14:imgEffect>
                  </a14:imgLayer>
                </a14:imgProps>
              </a:ext>
              <a:ext uri="{28A0092B-C50C-407E-A947-70E740481C1C}">
                <a14:useLocalDpi xmlns:a14="http://schemas.microsoft.com/office/drawing/2010/main" val="0"/>
              </a:ext>
            </a:extLst>
          </a:blip>
          <a:srcRect l="-50226" r="-50226"/>
          <a:stretch>
            <a:fillRect/>
          </a:stretch>
        </p:blipFill>
        <p:spPr>
          <a:xfrm>
            <a:off x="558132" y="457200"/>
            <a:ext cx="5956968" cy="5943600"/>
          </a:xfrm>
          <a:prstGeom prst="rect">
            <a:avLst/>
          </a:prstGeom>
          <a:effectLst>
            <a:softEdge rad="12700"/>
          </a:effectLst>
        </p:spPr>
      </p:pic>
      <p:pic>
        <p:nvPicPr>
          <p:cNvPr id="11" name="Picture 10" descr="A video game character in armor&#10;&#10;AI-generated content may be incorrect.">
            <a:extLst>
              <a:ext uri="{FF2B5EF4-FFF2-40B4-BE49-F238E27FC236}">
                <a16:creationId xmlns:a16="http://schemas.microsoft.com/office/drawing/2014/main" id="{31BFB7E0-7D25-1EF6-AF9A-23BB8C1BB1A2}"/>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3640" b="95061" l="7125" r="95000">
                        <a14:foregroundMark x1="28484" y1="17443" x2="32250" y2="21750"/>
                        <a14:foregroundMark x1="24750" y1="13172" x2="25702" y2="14261"/>
                        <a14:foregroundMark x1="32250" y1="21750" x2="40500" y2="16291"/>
                        <a14:foregroundMark x1="40500" y1="16291" x2="65125" y2="20624"/>
                        <a14:foregroundMark x1="68969" y1="16307" x2="71375" y2="13605"/>
                        <a14:foregroundMark x1="65125" y1="20624" x2="68910" y2="16373"/>
                        <a14:foregroundMark x1="71375" y1="13605" x2="75875" y2="22704"/>
                        <a14:foregroundMark x1="75875" y1="22704" x2="85750" y2="24177"/>
                        <a14:foregroundMark x1="85750" y1="24177" x2="93125" y2="32929"/>
                        <a14:foregroundMark x1="93125" y1="32929" x2="89875" y2="41334"/>
                        <a14:foregroundMark x1="89875" y1="41334" x2="93250" y2="59099"/>
                        <a14:foregroundMark x1="93250" y1="59099" x2="91000" y2="67418"/>
                        <a14:foregroundMark x1="82680" y1="64496" x2="81375" y2="64038"/>
                        <a14:foregroundMark x1="91000" y1="67418" x2="83375" y2="64740"/>
                        <a14:foregroundMark x1="81375" y1="64038" x2="85000" y2="54506"/>
                        <a14:foregroundMark x1="85000" y1="54506" x2="77125" y2="43847"/>
                        <a14:foregroundMark x1="77125" y1="43847" x2="67625" y2="39601"/>
                        <a14:foregroundMark x1="67625" y1="39601" x2="59500" y2="53206"/>
                        <a14:foregroundMark x1="59500" y1="53206" x2="69250" y2="56153"/>
                        <a14:foregroundMark x1="69250" y1="56153" x2="75000" y2="64818"/>
                        <a14:foregroundMark x1="75000" y1="64818" x2="70000" y2="82149"/>
                        <a14:foregroundMark x1="70000" y1="82149" x2="72750" y2="89688"/>
                        <a14:foregroundMark x1="72750" y1="89688" x2="57000" y2="65685"/>
                        <a14:foregroundMark x1="57000" y1="65685" x2="39375" y2="75563"/>
                        <a14:foregroundMark x1="39375" y1="75563" x2="34625" y2="85182"/>
                        <a14:foregroundMark x1="34625" y1="85182" x2="25000" y2="91594"/>
                        <a14:foregroundMark x1="25000" y1="91594" x2="31375" y2="81282"/>
                        <a14:foregroundMark x1="31375" y1="81282" x2="29250" y2="70711"/>
                        <a14:foregroundMark x1="29250" y1="70711" x2="38000" y2="51127"/>
                        <a14:foregroundMark x1="38000" y1="51127" x2="34000" y2="44281"/>
                        <a14:foregroundMark x1="28175" y1="46452" x2="22375" y2="48614"/>
                        <a14:foregroundMark x1="34000" y1="44281" x2="30153" y2="45715"/>
                        <a14:foregroundMark x1="22375" y1="48614" x2="8500" y2="70277"/>
                        <a14:foregroundMark x1="8500" y1="70277" x2="7750" y2="62218"/>
                        <a14:foregroundMark x1="7750" y1="62218" x2="11875" y2="42634"/>
                        <a14:foregroundMark x1="19309" y1="37024" x2="21750" y2="35182"/>
                        <a14:foregroundMark x1="11875" y1="42634" x2="14361" y2="40758"/>
                        <a14:foregroundMark x1="21750" y1="35182" x2="28500" y2="21664"/>
                        <a14:foregroundMark x1="33750" y1="33016" x2="67250" y2="27470"/>
                        <a14:foregroundMark x1="67250" y1="27470" x2="80250" y2="29376"/>
                        <a14:foregroundMark x1="80250" y1="29376" x2="85556" y2="36305"/>
                        <a14:foregroundMark x1="43500" y1="87088" x2="42375" y2="83016"/>
                        <a14:foregroundMark x1="23500" y1="93154" x2="33000" y2="90208"/>
                        <a14:foregroundMark x1="33000" y1="90208" x2="35000" y2="86135"/>
                        <a14:foregroundMark x1="33000" y1="93068" x2="25125" y2="93588"/>
                        <a14:foregroundMark x1="19875" y1="91248" x2="25750" y2="89428"/>
                        <a14:foregroundMark x1="17375" y1="89861" x2="19875" y2="89428"/>
                        <a14:foregroundMark x1="15875" y1="91248" x2="21875" y2="90381"/>
                        <a14:foregroundMark x1="17750" y1="89428" x2="20500" y2="89688"/>
                        <a14:foregroundMark x1="64375" y1="94194" x2="76875" y2="95147"/>
                        <a14:foregroundMark x1="76875" y1="95147" x2="81250" y2="93761"/>
                        <a14:foregroundMark x1="88625" y1="22877" x2="93875" y2="18458"/>
                        <a14:foregroundMark x1="72000" y1="12738" x2="66750" y2="5806"/>
                        <a14:foregroundMark x1="66750" y1="5806" x2="66750" y2="5806"/>
                        <a14:foregroundMark x1="65000" y1="16811" x2="64625" y2="14125"/>
                        <a14:foregroundMark x1="66625" y1="6239" x2="65625" y2="3640"/>
                        <a14:foregroundMark x1="59250" y1="19064" x2="57625" y2="13778"/>
                        <a14:foregroundMark x1="47000" y1="15425" x2="40125" y2="14471"/>
                        <a14:foregroundMark x1="41125" y1="13432" x2="45750" y2="14471"/>
                        <a14:foregroundMark x1="24875" y1="12738" x2="25375" y2="11785"/>
                        <a14:foregroundMark x1="10750" y1="40295" x2="10875" y2="37782"/>
                        <a14:foregroundMark x1="9125" y1="45147" x2="11750" y2="40988"/>
                        <a14:foregroundMark x1="7250" y1="50000" x2="8250" y2="48354"/>
                        <a14:foregroundMark x1="13875" y1="70451" x2="13875" y2="67331"/>
                        <a14:foregroundMark x1="80000" y1="12912" x2="81000" y2="16811"/>
                        <a14:foregroundMark x1="95000" y1="17244" x2="94500" y2="18891"/>
                        <a14:foregroundMark x1="11750" y1="35875" x2="11125" y2="37088"/>
                        <a14:foregroundMark x1="21125" y1="32236" x2="22375" y2="30849"/>
                        <a14:foregroundMark x1="21125" y1="30416" x2="22375" y2="29203"/>
                        <a14:foregroundMark x1="22125" y1="29463" x2="23125" y2="27903"/>
                        <a14:foregroundMark x1="23750" y1="26256" x2="23375" y2="24870"/>
                        <a14:foregroundMark x1="23875" y1="24870" x2="23125" y2="23744"/>
                        <a14:foregroundMark x1="24375" y1="15251" x2="26875" y2="19151"/>
                        <a14:foregroundMark x1="70250" y1="45841" x2="70000" y2="48440"/>
                        <a14:foregroundMark x1="70000" y1="47054" x2="68250" y2="49307"/>
                        <a14:foregroundMark x1="68000" y1="47920" x2="69250" y2="46101"/>
                        <a14:backgroundMark x1="28375" y1="49827" x2="21375" y2="61698"/>
                        <a14:backgroundMark x1="79375" y1="60832" x2="76250" y2="54333"/>
                        <a14:backgroundMark x1="72750" y1="48873" x2="73000" y2="45841"/>
                        <a14:backgroundMark x1="66000" y1="47400" x2="67375" y2="44887"/>
                        <a14:backgroundMark x1="86375" y1="37955" x2="85375" y2="38648"/>
                        <a14:backgroundMark x1="87875" y1="20797" x2="89250" y2="19324"/>
                        <a14:backgroundMark x1="68375" y1="15251" x2="65750" y2="12478"/>
                        <a14:backgroundMark x1="86250" y1="21837" x2="88250" y2="20537"/>
                        <a14:backgroundMark x1="86375" y1="37782" x2="86000" y2="37348"/>
                        <a14:backgroundMark x1="64750" y1="49307" x2="66375" y2="46794"/>
                        <a14:backgroundMark x1="69625" y1="42374" x2="69000" y2="41508"/>
                        <a14:backgroundMark x1="76250" y1="52253" x2="75000" y2="52773"/>
                        <a14:backgroundMark x1="83375" y1="66638" x2="83250" y2="64471"/>
                        <a14:backgroundMark x1="78250" y1="74870" x2="79250" y2="75563"/>
                        <a14:backgroundMark x1="79000" y1="68198" x2="78250" y2="66984"/>
                        <a14:backgroundMark x1="79250" y1="64038" x2="79625" y2="62045"/>
                        <a14:backgroundMark x1="62375" y1="80936" x2="62625" y2="81802"/>
                        <a14:backgroundMark x1="63375" y1="85875" x2="59625" y2="95061"/>
                        <a14:backgroundMark x1="59625" y1="95061" x2="59000" y2="95667"/>
                        <a14:backgroundMark x1="23375" y1="74870" x2="23375" y2="74263"/>
                        <a14:backgroundMark x1="23500" y1="70711" x2="23500" y2="70711"/>
                        <a14:backgroundMark x1="25125" y1="67244" x2="25750" y2="66378"/>
                        <a14:backgroundMark x1="30750" y1="49740" x2="28125" y2="46360"/>
                        <a14:backgroundMark x1="29125" y1="46534" x2="29125" y2="45581"/>
                        <a14:backgroundMark x1="17375" y1="38648" x2="14500" y2="38648"/>
                        <a14:backgroundMark x1="15750" y1="42201" x2="18375" y2="37522"/>
                        <a14:backgroundMark x1="14875" y1="41768" x2="13250" y2="38215"/>
                        <a14:backgroundMark x1="14125" y1="40728" x2="19375" y2="36915"/>
                        <a14:backgroundMark x1="14750" y1="41075" x2="13750" y2="40035"/>
                        <a14:backgroundMark x1="29125" y1="45407" x2="28375" y2="46534"/>
                        <a14:backgroundMark x1="31500" y1="18024" x2="27082" y2="15846"/>
                        <a14:backgroundMark x1="40000" y1="87955" x2="42125" y2="91508"/>
                        <a14:backgroundMark x1="39125" y1="87262" x2="39125" y2="86828"/>
                      </a14:backgroundRemoval>
                    </a14:imgEffect>
                    <a14:imgEffect>
                      <a14:artisticCutout trans="50000" numberOfShades="6"/>
                    </a14:imgEffect>
                  </a14:imgLayer>
                </a14:imgProps>
              </a:ext>
              <a:ext uri="{28A0092B-C50C-407E-A947-70E740481C1C}">
                <a14:useLocalDpi xmlns:a14="http://schemas.microsoft.com/office/drawing/2010/main" val="0"/>
              </a:ext>
            </a:extLst>
          </a:blip>
          <a:stretch>
            <a:fillRect/>
          </a:stretch>
        </p:blipFill>
        <p:spPr>
          <a:xfrm>
            <a:off x="7437754" y="-247650"/>
            <a:ext cx="4754246" cy="6858000"/>
          </a:xfrm>
          <a:prstGeom prst="rect">
            <a:avLst/>
          </a:prstGeom>
          <a:effectLst>
            <a:softEdge rad="25400"/>
          </a:effectLst>
        </p:spPr>
      </p:pic>
    </p:spTree>
    <p:extLst>
      <p:ext uri="{BB962C8B-B14F-4D97-AF65-F5344CB8AC3E}">
        <p14:creationId xmlns:p14="http://schemas.microsoft.com/office/powerpoint/2010/main" val="4959719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B4B82-1547-77B1-0EEE-7DD16F243B8D}"/>
            </a:ext>
          </a:extLst>
        </p:cNvPr>
        <p:cNvGrpSpPr/>
        <p:nvPr/>
      </p:nvGrpSpPr>
      <p:grpSpPr>
        <a:xfrm>
          <a:off x="0" y="0"/>
          <a:ext cx="0" cy="0"/>
          <a:chOff x="0" y="0"/>
          <a:chExt cx="0" cy="0"/>
        </a:xfrm>
      </p:grpSpPr>
      <p:pic>
        <p:nvPicPr>
          <p:cNvPr id="4" name="Picture 3" descr="A video game character with a tiger head&#10;&#10;AI-generated content may be incorrect.">
            <a:extLst>
              <a:ext uri="{FF2B5EF4-FFF2-40B4-BE49-F238E27FC236}">
                <a16:creationId xmlns:a16="http://schemas.microsoft.com/office/drawing/2014/main" id="{057803F0-19C3-76D1-34FC-1496C19FFA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72250" y="0"/>
            <a:ext cx="5486400" cy="6858000"/>
          </a:xfrm>
          <a:prstGeom prst="rect">
            <a:avLst/>
          </a:prstGeom>
        </p:spPr>
      </p:pic>
      <p:pic>
        <p:nvPicPr>
          <p:cNvPr id="7" name="Picture 6" descr="A video game character in armor&#10;&#10;AI-generated content may be incorrect.">
            <a:extLst>
              <a:ext uri="{FF2B5EF4-FFF2-40B4-BE49-F238E27FC236}">
                <a16:creationId xmlns:a16="http://schemas.microsoft.com/office/drawing/2014/main" id="{7F0CD694-5062-E600-99DD-1D7920ED48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119942" cy="6858000"/>
          </a:xfrm>
          <a:prstGeom prst="rect">
            <a:avLst/>
          </a:prstGeom>
        </p:spPr>
      </p:pic>
      <p:pic>
        <p:nvPicPr>
          <p:cNvPr id="11" name="Picture 10" descr="A video game character wearing a blue dress&#10;&#10;AI-generated content may be incorrect.">
            <a:extLst>
              <a:ext uri="{FF2B5EF4-FFF2-40B4-BE49-F238E27FC236}">
                <a16:creationId xmlns:a16="http://schemas.microsoft.com/office/drawing/2014/main" id="{3A26840D-E573-5CB1-1B3A-96B790C4B430}"/>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4174" b="97329" l="9416" r="89286">
                        <a14:foregroundMark x1="51299" y1="18865" x2="42532" y2="7012"/>
                        <a14:foregroundMark x1="58766" y1="14357" x2="54545" y2="6010"/>
                        <a14:foregroundMark x1="54545" y1="6010" x2="53896" y2="5676"/>
                        <a14:foregroundMark x1="55195" y1="4174" x2="55195" y2="4174"/>
                        <a14:foregroundMark x1="59091" y1="7179" x2="62338" y2="11853"/>
                        <a14:foregroundMark x1="38636" y1="9015" x2="43506" y2="9015"/>
                        <a14:foregroundMark x1="41558" y1="5342" x2="42532" y2="6511"/>
                        <a14:foregroundMark x1="48377" y1="5175" x2="46753" y2="7012"/>
                        <a14:foregroundMark x1="13636" y1="92988" x2="22727" y2="89649"/>
                        <a14:foregroundMark x1="53247" y1="97329" x2="49675" y2="92654"/>
                        <a14:foregroundMark x1="34740" y1="19533" x2="31494" y2="19533"/>
                        <a14:foregroundMark x1="35714" y1="18865" x2="32792" y2="18364"/>
                        <a14:foregroundMark x1="36364" y1="18531" x2="33766" y2="18364"/>
                        <a14:foregroundMark x1="30008" y1="24727" x2="31494" y2="23539"/>
                        <a14:foregroundMark x1="25325" y1="52254" x2="24026" y2="50751"/>
                        <a14:foregroundMark x1="21429" y1="51753" x2="21429" y2="50417"/>
                        <a14:foregroundMark x1="77922" y1="54424" x2="76948" y2="49583"/>
                        <a14:foregroundMark x1="28247" y1="25710" x2="29870" y2="24708"/>
                        <a14:backgroundMark x1="28571" y1="49583" x2="28571" y2="51252"/>
                        <a14:backgroundMark x1="63961" y1="36728" x2="62013" y2="33222"/>
                        <a14:backgroundMark x1="29967" y1="18300" x2="27922" y2="18364"/>
                        <a14:backgroundMark x1="43831" y1="17863" x2="35885" y2="18113"/>
                        <a14:backgroundMark x1="27922" y1="18364" x2="24675" y2="24374"/>
                        <a14:backgroundMark x1="74351" y1="54424" x2="72078" y2="49249"/>
                        <a14:backgroundMark x1="27597" y1="50083" x2="27597" y2="50751"/>
                        <a14:backgroundMark x1="26948" y1="24040" x2="24675" y2="26544"/>
                      </a14:backgroundRemoval>
                    </a14:imgEffect>
                    <a14:imgEffect>
                      <a14:artisticCutout trans="50000" numberOfShades="6"/>
                    </a14:imgEffect>
                  </a14:imgLayer>
                </a14:imgProps>
              </a:ext>
              <a:ext uri="{28A0092B-C50C-407E-A947-70E740481C1C}">
                <a14:useLocalDpi xmlns:a14="http://schemas.microsoft.com/office/drawing/2010/main" val="0"/>
              </a:ext>
            </a:extLst>
          </a:blip>
          <a:stretch>
            <a:fillRect/>
          </a:stretch>
        </p:blipFill>
        <p:spPr>
          <a:xfrm>
            <a:off x="3804333" y="523875"/>
            <a:ext cx="3256946" cy="6334125"/>
          </a:xfrm>
          <a:prstGeom prst="rect">
            <a:avLst/>
          </a:prstGeom>
          <a:effectLst>
            <a:softEdge rad="25400"/>
          </a:effectLst>
        </p:spPr>
      </p:pic>
      <p:pic>
        <p:nvPicPr>
          <p:cNvPr id="13" name="Picture 12" descr="A video game character with a green and white garment&#10;&#10;AI-generated content may be incorrect.">
            <a:extLst>
              <a:ext uri="{FF2B5EF4-FFF2-40B4-BE49-F238E27FC236}">
                <a16:creationId xmlns:a16="http://schemas.microsoft.com/office/drawing/2014/main" id="{0D684C7D-C108-38CD-CCFC-B39E644BD61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13635" y="0"/>
            <a:ext cx="3164729" cy="6858000"/>
          </a:xfrm>
          <a:prstGeom prst="rect">
            <a:avLst/>
          </a:prstGeom>
        </p:spPr>
      </p:pic>
    </p:spTree>
    <p:extLst>
      <p:ext uri="{BB962C8B-B14F-4D97-AF65-F5344CB8AC3E}">
        <p14:creationId xmlns:p14="http://schemas.microsoft.com/office/powerpoint/2010/main" val="38766566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9F661-6318-23FE-8A6A-52B9EFD19E8C}"/>
            </a:ext>
          </a:extLst>
        </p:cNvPr>
        <p:cNvGrpSpPr/>
        <p:nvPr/>
      </p:nvGrpSpPr>
      <p:grpSpPr>
        <a:xfrm>
          <a:off x="0" y="0"/>
          <a:ext cx="0" cy="0"/>
          <a:chOff x="0" y="0"/>
          <a:chExt cx="0" cy="0"/>
        </a:xfrm>
      </p:grpSpPr>
      <p:pic>
        <p:nvPicPr>
          <p:cNvPr id="13" name="Picture 12" descr="A video game character with a green and white garment&#10;&#10;AI-generated content may be incorrect.">
            <a:extLst>
              <a:ext uri="{FF2B5EF4-FFF2-40B4-BE49-F238E27FC236}">
                <a16:creationId xmlns:a16="http://schemas.microsoft.com/office/drawing/2014/main" id="{4FFD90DE-D6CE-FAF5-02B1-9F4011AE3DA1}"/>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990" b="97907" l="9897" r="89897">
                        <a14:foregroundMark x1="22062" y1="60133" x2="20000" y2="56518"/>
                        <a14:foregroundMark x1="32165" y1="97907" x2="38763" y2="60038"/>
                        <a14:foregroundMark x1="71340" y1="96384" x2="65155" y2="88202"/>
                        <a14:foregroundMark x1="65155" y1="88202" x2="64948" y2="87060"/>
                        <a14:foregroundMark x1="80000" y1="60799" x2="80000" y2="58040"/>
                        <a14:foregroundMark x1="79175" y1="61656" x2="80619" y2="59562"/>
                        <a14:foregroundMark x1="39381" y1="30447" x2="30515" y2="27783"/>
                        <a14:foregroundMark x1="68866" y1="29210" x2="64948" y2="31208"/>
                        <a14:foregroundMark x1="44948" y1="13511" x2="46392" y2="15414"/>
                        <a14:foregroundMark x1="56701" y1="13796" x2="57732" y2="16841"/>
                        <a14:foregroundMark x1="58969" y1="18078" x2="58351" y2="15985"/>
                        <a14:foregroundMark x1="20412" y1="65652" x2="27423" y2="64320"/>
                        <a14:foregroundMark x1="17732" y1="67460" x2="23505" y2="65842"/>
                        <a14:foregroundMark x1="69489" y1="62921" x2="64948" y2="58706"/>
                        <a14:foregroundMark x1="28866" y1="45576" x2="22680" y2="51094"/>
                        <a14:foregroundMark x1="14433" y1="42055" x2="18351" y2="49001"/>
                        <a14:foregroundMark x1="27423" y1="38344" x2="26598" y2="34824"/>
                        <a14:foregroundMark x1="24124" y1="73454" x2="28041" y2="68506"/>
                        <a14:foregroundMark x1="19588" y1="76499" x2="19588" y2="76499"/>
                        <a14:foregroundMark x1="19588" y1="76499" x2="21031" y2="75547"/>
                        <a14:foregroundMark x1="68454" y1="95814" x2="62887" y2="91246"/>
                        <a14:foregroundMark x1="68660" y1="89439" x2="69278" y2="87536"/>
                        <a14:foregroundMark x1="69278" y1="92103" x2="70515" y2="93054"/>
                        <a14:foregroundMark x1="71340" y1="93911" x2="72784" y2="94767"/>
                        <a14:foregroundMark x1="74433" y1="35300" x2="71753" y2="33016"/>
                        <a14:foregroundMark x1="28247" y1="39201" x2="22680" y2="45861"/>
                        <a14:foregroundMark x1="69897" y1="36251" x2="73402" y2="43482"/>
                        <a14:foregroundMark x1="65979" y1="51760" x2="66186" y2="54329"/>
                        <a14:foregroundMark x1="66804" y1="55661" x2="66804" y2="57374"/>
                        <a14:foregroundMark x1="29897" y1="81256" x2="29485" y2="80114"/>
                        <a14:foregroundMark x1="29485" y1="79829" x2="29485" y2="79353"/>
                        <a14:foregroundMark x1="29485" y1="78211" x2="29485" y2="78211"/>
                        <a14:foregroundMark x1="29485" y1="79163" x2="29485" y2="79734"/>
                        <a14:foregroundMark x1="29485" y1="78592" x2="29485" y2="79448"/>
                        <a14:backgroundMark x1="79794" y1="78306" x2="71753" y2="61085"/>
                        <a14:backgroundMark x1="83711" y1="75262" x2="75876" y2="69458"/>
                        <a14:backgroundMark x1="81237" y1="75547" x2="71340" y2="63463"/>
                        <a14:backgroundMark x1="70722" y1="66413" x2="70515" y2="63844"/>
                        <a14:backgroundMark x1="68219" y1="51722" x2="64948" y2="45480"/>
                        <a14:backgroundMark x1="70283" y1="55661" x2="69555" y2="54271"/>
                        <a14:backgroundMark x1="72577" y1="60038" x2="70311" y2="55714"/>
                        <a14:backgroundMark x1="64948" y1="45480" x2="66804" y2="40533"/>
                        <a14:backgroundMark x1="24948" y1="60990" x2="35052" y2="41675"/>
                        <a14:backgroundMark x1="25567" y1="77926" x2="31340" y2="71836"/>
                        <a14:backgroundMark x1="51753" y1="88487" x2="47010" y2="66413"/>
                        <a14:backgroundMark x1="55670" y1="77069" x2="55670" y2="74310"/>
                        <a14:backgroundMark x1="45155" y1="66508" x2="46392" y2="60324"/>
                        <a14:backgroundMark x1="33814" y1="40723" x2="34433" y2="38344"/>
                        <a14:backgroundMark x1="25361" y1="33777" x2="28041" y2="33206"/>
                        <a14:backgroundMark x1="35052" y1="26641" x2="35052" y2="26641"/>
                        <a14:backgroundMark x1="35464" y1="26927" x2="35464" y2="26546"/>
                        <a14:backgroundMark x1="43299" y1="25024" x2="41237" y2="23311"/>
                        <a14:backgroundMark x1="43918" y1="25024" x2="43093" y2="22074"/>
                        <a14:backgroundMark x1="43918" y1="25595" x2="42474" y2="22931"/>
                        <a14:backgroundMark x1="31383" y1="78211" x2="29897" y2="75262"/>
                        <a14:backgroundMark x1="31863" y1="79163" x2="31383" y2="78211"/>
                        <a14:backgroundMark x1="31546" y1="69743" x2="31546" y2="68601"/>
                        <a14:backgroundMark x1="23918" y1="68792" x2="26804" y2="67460"/>
                        <a14:backgroundMark x1="71340" y1="64986" x2="73402" y2="67745"/>
                        <a14:backgroundMark x1="71134" y1="64415" x2="72371" y2="65842"/>
                        <a14:backgroundMark x1="70103" y1="63463" x2="71959" y2="65271"/>
                        <a14:backgroundMark x1="79175" y1="73168" x2="84330" y2="77260"/>
                      </a14:backgroundRemoval>
                    </a14:imgEffect>
                    <a14:imgEffect>
                      <a14:artisticCutout trans="50000" numberOfShades="6"/>
                    </a14:imgEffect>
                  </a14:imgLayer>
                </a14:imgProps>
              </a:ext>
              <a:ext uri="{28A0092B-C50C-407E-A947-70E740481C1C}">
                <a14:useLocalDpi xmlns:a14="http://schemas.microsoft.com/office/drawing/2010/main" val="0"/>
              </a:ext>
            </a:extLst>
          </a:blip>
          <a:stretch>
            <a:fillRect/>
          </a:stretch>
        </p:blipFill>
        <p:spPr>
          <a:xfrm>
            <a:off x="313110" y="0"/>
            <a:ext cx="3164729" cy="6858000"/>
          </a:xfrm>
          <a:prstGeom prst="rect">
            <a:avLst/>
          </a:prstGeom>
          <a:effectLst>
            <a:softEdge rad="12700"/>
          </a:effectLst>
        </p:spPr>
      </p:pic>
    </p:spTree>
    <p:extLst>
      <p:ext uri="{BB962C8B-B14F-4D97-AF65-F5344CB8AC3E}">
        <p14:creationId xmlns:p14="http://schemas.microsoft.com/office/powerpoint/2010/main" val="38326851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4179</TotalTime>
  <Words>1534</Words>
  <Application>Microsoft Office PowerPoint</Application>
  <PresentationFormat>Widescreen</PresentationFormat>
  <Paragraphs>114</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vt:lpstr>
      <vt:lpstr>Aptos Display</vt:lpstr>
      <vt:lpstr>Arial</vt:lpstr>
      <vt:lpstr>Harrington</vt:lpstr>
      <vt:lpstr>Old English Text MT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Nolan Cousineau</dc:creator>
  <cp:lastModifiedBy>Nolan Cousineau</cp:lastModifiedBy>
  <cp:revision>38</cp:revision>
  <dcterms:created xsi:type="dcterms:W3CDTF">2025-07-26T14:06:23Z</dcterms:created>
  <dcterms:modified xsi:type="dcterms:W3CDTF">2025-08-16T22:39:25Z</dcterms:modified>
</cp:coreProperties>
</file>